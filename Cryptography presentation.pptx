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3.xml" ContentType="application/vnd.openxmlformats-officedocument.theme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22" r:id="rId1"/>
    <p:sldMasterId id="2147483723" r:id="rId2"/>
    <p:sldMasterId id="2147483724" r:id="rId3"/>
    <p:sldMasterId id="2147483725" r:id="rId4"/>
  </p:sldMasterIdLst>
  <p:notesMasterIdLst>
    <p:notesMasterId r:id="rId36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</p:sldIdLst>
  <p:sldSz cx="9144000" cy="5143500" type="screen16x9"/>
  <p:notesSz cx="6858000" cy="9144000"/>
  <p:embeddedFontLst>
    <p:embeddedFont>
      <p:font typeface="Cabin" panose="020B0604020202020204" charset="0"/>
      <p:regular r:id="rId37"/>
      <p:bold r:id="rId38"/>
      <p:italic r:id="rId39"/>
      <p:boldItalic r:id="rId40"/>
    </p:embeddedFont>
    <p:embeddedFont>
      <p:font typeface="Lustria" panose="020B0604020202020204" charset="0"/>
      <p:regular r:id="rId41"/>
    </p:embeddedFont>
    <p:embeddedFont>
      <p:font typeface="Unbounded" panose="020B0604020202020204" charset="0"/>
      <p:regular r:id="rId42"/>
      <p:bold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3.fntdata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font" Target="fonts/font6.fntdata"/><Relationship Id="rId47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font" Target="fonts/font7.fntdata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font" Target="fonts/font2.fntdata"/><Relationship Id="rId46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2af488fc113_1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1875000" cy="1875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5" name="Google Shape;415;g2af488fc113_1_14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2500000" cy="18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00" rIns="69850" bIns="3490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g2af488fc113_1_14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2500000" cy="18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00" rIns="69850" bIns="349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2af488fc113_1_152:notes"/>
          <p:cNvSpPr txBox="1">
            <a:spLocks noGrp="1"/>
          </p:cNvSpPr>
          <p:nvPr>
            <p:ph type="body" idx="1"/>
          </p:nvPr>
        </p:nvSpPr>
        <p:spPr>
          <a:xfrm>
            <a:off x="685792" y="4343391"/>
            <a:ext cx="5486396" cy="4114797"/>
          </a:xfrm>
          <a:prstGeom prst="rect">
            <a:avLst/>
          </a:prstGeom>
        </p:spPr>
        <p:txBody>
          <a:bodyPr spcFirstLastPara="1" wrap="square" lIns="69850" tIns="69850" rIns="69850" bIns="698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g2af488fc113_1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406" y="685797"/>
            <a:ext cx="3429156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2af488fc113_1_180:notes"/>
          <p:cNvSpPr txBox="1">
            <a:spLocks noGrp="1"/>
          </p:cNvSpPr>
          <p:nvPr>
            <p:ph type="body" idx="1"/>
          </p:nvPr>
        </p:nvSpPr>
        <p:spPr>
          <a:xfrm>
            <a:off x="685792" y="4343391"/>
            <a:ext cx="5486396" cy="4114797"/>
          </a:xfrm>
          <a:prstGeom prst="rect">
            <a:avLst/>
          </a:prstGeom>
        </p:spPr>
        <p:txBody>
          <a:bodyPr spcFirstLastPara="1" wrap="square" lIns="69850" tIns="69850" rIns="69850" bIns="698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g2af488fc113_1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406" y="685797"/>
            <a:ext cx="3429156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2af488fc113_1_187:notes"/>
          <p:cNvSpPr txBox="1">
            <a:spLocks noGrp="1"/>
          </p:cNvSpPr>
          <p:nvPr>
            <p:ph type="body" idx="1"/>
          </p:nvPr>
        </p:nvSpPr>
        <p:spPr>
          <a:xfrm>
            <a:off x="685792" y="4343391"/>
            <a:ext cx="5486396" cy="4114797"/>
          </a:xfrm>
          <a:prstGeom prst="rect">
            <a:avLst/>
          </a:prstGeom>
        </p:spPr>
        <p:txBody>
          <a:bodyPr spcFirstLastPara="1" wrap="square" lIns="69850" tIns="69850" rIns="69850" bIns="698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g2af488fc113_1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406" y="685797"/>
            <a:ext cx="3429156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2af488fc113_1_192:notes"/>
          <p:cNvSpPr txBox="1">
            <a:spLocks noGrp="1"/>
          </p:cNvSpPr>
          <p:nvPr>
            <p:ph type="body" idx="1"/>
          </p:nvPr>
        </p:nvSpPr>
        <p:spPr>
          <a:xfrm>
            <a:off x="685792" y="4343391"/>
            <a:ext cx="5486396" cy="4114797"/>
          </a:xfrm>
          <a:prstGeom prst="rect">
            <a:avLst/>
          </a:prstGeom>
        </p:spPr>
        <p:txBody>
          <a:bodyPr spcFirstLastPara="1" wrap="square" lIns="69850" tIns="69850" rIns="69850" bIns="698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g2af488fc113_1_1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406" y="685797"/>
            <a:ext cx="3429156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2af488fc113_1_199:notes"/>
          <p:cNvSpPr txBox="1">
            <a:spLocks noGrp="1"/>
          </p:cNvSpPr>
          <p:nvPr>
            <p:ph type="body" idx="1"/>
          </p:nvPr>
        </p:nvSpPr>
        <p:spPr>
          <a:xfrm>
            <a:off x="685792" y="4343391"/>
            <a:ext cx="5486396" cy="4114797"/>
          </a:xfrm>
          <a:prstGeom prst="rect">
            <a:avLst/>
          </a:prstGeom>
        </p:spPr>
        <p:txBody>
          <a:bodyPr spcFirstLastPara="1" wrap="square" lIns="69850" tIns="69850" rIns="69850" bIns="698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g2af488fc113_1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406" y="685797"/>
            <a:ext cx="3429156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2af488fc113_1_204:notes"/>
          <p:cNvSpPr txBox="1">
            <a:spLocks noGrp="1"/>
          </p:cNvSpPr>
          <p:nvPr>
            <p:ph type="body" idx="1"/>
          </p:nvPr>
        </p:nvSpPr>
        <p:spPr>
          <a:xfrm>
            <a:off x="685792" y="4343391"/>
            <a:ext cx="5486396" cy="4114797"/>
          </a:xfrm>
          <a:prstGeom prst="rect">
            <a:avLst/>
          </a:prstGeom>
        </p:spPr>
        <p:txBody>
          <a:bodyPr spcFirstLastPara="1" wrap="square" lIns="69850" tIns="69850" rIns="69850" bIns="698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g2af488fc113_1_2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406" y="685797"/>
            <a:ext cx="3429156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2af488fc113_1_210:notes"/>
          <p:cNvSpPr txBox="1">
            <a:spLocks noGrp="1"/>
          </p:cNvSpPr>
          <p:nvPr>
            <p:ph type="body" idx="1"/>
          </p:nvPr>
        </p:nvSpPr>
        <p:spPr>
          <a:xfrm>
            <a:off x="685792" y="4343391"/>
            <a:ext cx="5486396" cy="4114797"/>
          </a:xfrm>
          <a:prstGeom prst="rect">
            <a:avLst/>
          </a:prstGeom>
        </p:spPr>
        <p:txBody>
          <a:bodyPr spcFirstLastPara="1" wrap="square" lIns="69850" tIns="69850" rIns="69850" bIns="698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g2af488fc113_1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406" y="685797"/>
            <a:ext cx="3429156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2af488fc113_1_215:notes"/>
          <p:cNvSpPr txBox="1">
            <a:spLocks noGrp="1"/>
          </p:cNvSpPr>
          <p:nvPr>
            <p:ph type="body" idx="1"/>
          </p:nvPr>
        </p:nvSpPr>
        <p:spPr>
          <a:xfrm>
            <a:off x="685792" y="4343391"/>
            <a:ext cx="5486396" cy="4114797"/>
          </a:xfrm>
          <a:prstGeom prst="rect">
            <a:avLst/>
          </a:prstGeom>
        </p:spPr>
        <p:txBody>
          <a:bodyPr spcFirstLastPara="1" wrap="square" lIns="69850" tIns="69850" rIns="69850" bIns="698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0" name="Google Shape;480;g2af488fc113_1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406" y="685797"/>
            <a:ext cx="3429156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2af488fc113_1_229:notes"/>
          <p:cNvSpPr txBox="1">
            <a:spLocks noGrp="1"/>
          </p:cNvSpPr>
          <p:nvPr>
            <p:ph type="body" idx="1"/>
          </p:nvPr>
        </p:nvSpPr>
        <p:spPr>
          <a:xfrm>
            <a:off x="685792" y="4343391"/>
            <a:ext cx="5486396" cy="4114797"/>
          </a:xfrm>
          <a:prstGeom prst="rect">
            <a:avLst/>
          </a:prstGeom>
        </p:spPr>
        <p:txBody>
          <a:bodyPr spcFirstLastPara="1" wrap="square" lIns="69850" tIns="69850" rIns="69850" bIns="698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g2af488fc113_1_2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406" y="685797"/>
            <a:ext cx="3429156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328373408a2_5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g328373408a2_5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28373408a2_5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g328373408a2_5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28373408a2_5_1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g328373408a2_5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28373408a2_5_1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g328373408a2_5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28373408a2_5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8" name="Google Shape;538;g328373408a2_5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28373408a2_5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4" name="Google Shape;544;g328373408a2_5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2a50d74ba0a_2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1875000" cy="1875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0" name="Google Shape;550;g2a50d74ba0a_2_8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2500000" cy="18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00" rIns="69850" bIns="349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g2a50d74ba0a_2_8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2500000" cy="18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00" rIns="69850" bIns="349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2a50d74ba0a_2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1875000" cy="1875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8" name="Google Shape;558;g2a50d74ba0a_2_9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2500000" cy="18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00" rIns="69850" bIns="349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g2a50d74ba0a_2_9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2500000" cy="18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00" rIns="69850" bIns="349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32944067bb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8" name="Google Shape;568;g32944067bb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32944067bb2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3" name="Google Shape;573;g32944067bb2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2a50d74ba0a_2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1875000" cy="1875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1" name="Google Shape;581;g2a50d74ba0a_2_12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2500000" cy="18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00" rIns="69850" bIns="349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g2a50d74ba0a_2_12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2500000" cy="18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00" rIns="69850" bIns="349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21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2a50d74ba0a_2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1875000" cy="1875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0" name="Google Shape;600;g2a50d74ba0a_2_14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2500000" cy="18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00" rIns="69850" bIns="349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g2a50d74ba0a_2_14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2500000" cy="18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00" rIns="69850" bIns="349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2a50d74ba0a_2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1875000" cy="1875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2" name="Google Shape;612;g2a50d74ba0a_2_17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2500000" cy="18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00" rIns="69850" bIns="349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g2a50d74ba0a_2_17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2500000" cy="18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00" rIns="69850" bIns="349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3293f6f79a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1875000" cy="1875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8" name="Google Shape;628;g3293f6f79a2_0_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2499900" cy="18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00" rIns="69850" bIns="349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g3293f6f79a2_0_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2499900" cy="18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00" rIns="69850" bIns="349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3293f6f79a2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28663" y="0"/>
            <a:ext cx="3332163" cy="18748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6" name="Google Shape;636;g3293f6f79a2_0_2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2499900" cy="18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00" rIns="69850" bIns="349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g3293f6f79a2_0_2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2499900" cy="18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00" rIns="69850" bIns="349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25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3293f6f79a2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28663" y="0"/>
            <a:ext cx="3332163" cy="18748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5" name="Google Shape;655;g3293f6f79a2_0_5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2499900" cy="18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00" rIns="69850" bIns="349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g3293f6f79a2_0_5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2499900" cy="18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00" rIns="69850" bIns="349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26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3293f6f79a2_0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1875000" cy="1875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0" name="Google Shape;670;g3293f6f79a2_0_11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2499900" cy="18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00" rIns="69850" bIns="349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g3293f6f79a2_0_11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2499900" cy="18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00" rIns="69850" bIns="349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27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3293f6f79a2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28663" y="0"/>
            <a:ext cx="3332163" cy="18748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8" name="Google Shape;678;g3293f6f79a2_0_7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2499900" cy="18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00" rIns="69850" bIns="349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g3293f6f79a2_0_7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2499900" cy="18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00" rIns="69850" bIns="349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28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3293f6f79a2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1875000" cy="1875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7" name="Google Shape;697;g3293f6f79a2_0_9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2499900" cy="18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00" rIns="69850" bIns="349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g3293f6f79a2_0_9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2499900" cy="18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00" rIns="69850" bIns="349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29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g3293f6f79a2_0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1875000" cy="1875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12" name="Google Shape;712;g3293f6f79a2_0_14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2499900" cy="18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00" rIns="69850" bIns="349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g3293f6f79a2_0_14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2499900" cy="18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00" rIns="69850" bIns="349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30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2a50d74ba0a_0_5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1875000" cy="1875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20" name="Google Shape;720;g2a50d74ba0a_0_59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2499900" cy="18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00" rIns="69850" bIns="349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g2a50d74ba0a_0_59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2499900" cy="18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00" rIns="69850" bIns="349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31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 master">
  <p:cSld name="Slide 1 master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2 master">
  <p:cSld name="Slide 2 master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3 master">
  <p:cSld name="Slide 3 mast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4 master">
  <p:cSld name="Slide 4 master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5 master">
  <p:cSld name="Slide 5 master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6 master">
  <p:cSld name="Slide 6 master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7 master">
  <p:cSld name="Slide 7 master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8 master">
  <p:cSld name="Slide 8 master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9 master">
  <p:cSld name="Slide 9 master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3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3"/>
          <p:cNvSpPr txBox="1">
            <a:spLocks noGrp="1"/>
          </p:cNvSpPr>
          <p:nvPr>
            <p:ph type="subTitle" idx="1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68" name="Google Shape;68;p2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4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t" anchorCtr="0">
            <a:normAutofit/>
          </a:bodyPr>
          <a:lstStyle>
            <a:lvl1pPr marL="457200" lvl="0" indent="-2984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/>
            </a:lvl1pPr>
            <a:lvl2pPr marL="914400" lvl="1" indent="-2984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/>
            </a:lvl2pPr>
            <a:lvl3pPr marL="1371600" lvl="2" indent="-2984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/>
            </a:lvl3pPr>
            <a:lvl4pPr marL="1828800" lvl="3" indent="-2984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/>
            </a:lvl4pPr>
            <a:lvl5pPr marL="2286000" lvl="4" indent="-2984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/>
            </a:lvl5pPr>
            <a:lvl6pPr marL="2743200" lvl="5" indent="-2984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/>
            </a:lvl6pPr>
            <a:lvl7pPr marL="3200400" lvl="6" indent="-2984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/>
            </a:lvl7pPr>
            <a:lvl8pPr marL="3657600" lvl="7" indent="-2984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/>
            </a:lvl8pPr>
            <a:lvl9pPr marL="4114800" lvl="8" indent="-2984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2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5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5"/>
          <p:cNvSpPr txBox="1">
            <a:spLocks noGrp="1"/>
          </p:cNvSpPr>
          <p:nvPr>
            <p:ph type="body" idx="1"/>
          </p:nvPr>
        </p:nvSpPr>
        <p:spPr>
          <a:xfrm>
            <a:off x="623888" y="3442098"/>
            <a:ext cx="7886700" cy="11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0" name="Google Shape;80;p2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6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t" anchorCtr="0">
            <a:normAutofit/>
          </a:bodyPr>
          <a:lstStyle>
            <a:lvl1pPr marL="457200" lvl="0" indent="-2984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/>
            </a:lvl1pPr>
            <a:lvl2pPr marL="914400" lvl="1" indent="-2984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/>
            </a:lvl2pPr>
            <a:lvl3pPr marL="1371600" lvl="2" indent="-2984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/>
            </a:lvl3pPr>
            <a:lvl4pPr marL="1828800" lvl="3" indent="-2984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/>
            </a:lvl4pPr>
            <a:lvl5pPr marL="2286000" lvl="4" indent="-2984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/>
            </a:lvl5pPr>
            <a:lvl6pPr marL="2743200" lvl="5" indent="-2984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/>
            </a:lvl6pPr>
            <a:lvl7pPr marL="3200400" lvl="6" indent="-2984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/>
            </a:lvl7pPr>
            <a:lvl8pPr marL="3657600" lvl="7" indent="-2984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/>
            </a:lvl8pPr>
            <a:lvl9pPr marL="4114800" lvl="8" indent="-2984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26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t" anchorCtr="0">
            <a:normAutofit/>
          </a:bodyPr>
          <a:lstStyle>
            <a:lvl1pPr marL="457200" lvl="0" indent="-2984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/>
            </a:lvl1pPr>
            <a:lvl2pPr marL="914400" lvl="1" indent="-2984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/>
            </a:lvl2pPr>
            <a:lvl3pPr marL="1371600" lvl="2" indent="-2984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/>
            </a:lvl3pPr>
            <a:lvl4pPr marL="1828800" lvl="3" indent="-2984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/>
            </a:lvl4pPr>
            <a:lvl5pPr marL="2286000" lvl="4" indent="-2984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/>
            </a:lvl5pPr>
            <a:lvl6pPr marL="2743200" lvl="5" indent="-2984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/>
            </a:lvl6pPr>
            <a:lvl7pPr marL="3200400" lvl="6" indent="-2984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/>
            </a:lvl7pPr>
            <a:lvl8pPr marL="3657600" lvl="7" indent="-2984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/>
            </a:lvl8pPr>
            <a:lvl9pPr marL="4114800" lvl="8" indent="-2984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2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7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7"/>
          <p:cNvSpPr txBox="1">
            <a:spLocks noGrp="1"/>
          </p:cNvSpPr>
          <p:nvPr>
            <p:ph type="body" idx="1"/>
          </p:nvPr>
        </p:nvSpPr>
        <p:spPr>
          <a:xfrm>
            <a:off x="629841" y="1260873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93" name="Google Shape;93;p2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200" cy="27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t" anchorCtr="0">
            <a:normAutofit/>
          </a:bodyPr>
          <a:lstStyle>
            <a:lvl1pPr marL="457200" lvl="0" indent="-2984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/>
            </a:lvl1pPr>
            <a:lvl2pPr marL="914400" lvl="1" indent="-2984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/>
            </a:lvl2pPr>
            <a:lvl3pPr marL="1371600" lvl="2" indent="-2984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/>
            </a:lvl3pPr>
            <a:lvl4pPr marL="1828800" lvl="3" indent="-2984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/>
            </a:lvl4pPr>
            <a:lvl5pPr marL="2286000" lvl="4" indent="-2984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/>
            </a:lvl5pPr>
            <a:lvl6pPr marL="2743200" lvl="5" indent="-2984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/>
            </a:lvl6pPr>
            <a:lvl7pPr marL="3200400" lvl="6" indent="-2984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/>
            </a:lvl7pPr>
            <a:lvl8pPr marL="3657600" lvl="7" indent="-2984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/>
            </a:lvl8pPr>
            <a:lvl9pPr marL="4114800" lvl="8" indent="-2984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/>
            </a:lvl9pPr>
          </a:lstStyle>
          <a:p>
            <a:endParaRPr/>
          </a:p>
        </p:txBody>
      </p:sp>
      <p:sp>
        <p:nvSpPr>
          <p:cNvPr id="94" name="Google Shape;94;p27"/>
          <p:cNvSpPr txBox="1">
            <a:spLocks noGrp="1"/>
          </p:cNvSpPr>
          <p:nvPr>
            <p:ph type="body" idx="3"/>
          </p:nvPr>
        </p:nvSpPr>
        <p:spPr>
          <a:xfrm>
            <a:off x="4629150" y="1260873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95" name="Google Shape;95;p27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t" anchorCtr="0">
            <a:normAutofit/>
          </a:bodyPr>
          <a:lstStyle>
            <a:lvl1pPr marL="457200" lvl="0" indent="-2984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/>
            </a:lvl1pPr>
            <a:lvl2pPr marL="914400" lvl="1" indent="-2984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/>
            </a:lvl2pPr>
            <a:lvl3pPr marL="1371600" lvl="2" indent="-2984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/>
            </a:lvl3pPr>
            <a:lvl4pPr marL="1828800" lvl="3" indent="-2984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/>
            </a:lvl4pPr>
            <a:lvl5pPr marL="2286000" lvl="4" indent="-2984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/>
            </a:lvl5pPr>
            <a:lvl6pPr marL="2743200" lvl="5" indent="-2984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/>
            </a:lvl6pPr>
            <a:lvl7pPr marL="3200400" lvl="6" indent="-2984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/>
            </a:lvl7pPr>
            <a:lvl8pPr marL="3657600" lvl="7" indent="-2984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/>
            </a:lvl8pPr>
            <a:lvl9pPr marL="4114800" lvl="8" indent="-2984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/>
            </a:lvl9pPr>
          </a:lstStyle>
          <a:p>
            <a:endParaRPr/>
          </a:p>
        </p:txBody>
      </p:sp>
      <p:sp>
        <p:nvSpPr>
          <p:cNvPr id="96" name="Google Shape;96;p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2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0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30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11" name="Google Shape;111;p30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12" name="Google Shape;112;p3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3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3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1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31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18" name="Google Shape;118;p31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19" name="Google Shape;119;p3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3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3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2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32"/>
          <p:cNvSpPr txBox="1">
            <a:spLocks noGrp="1"/>
          </p:cNvSpPr>
          <p:nvPr>
            <p:ph type="body" idx="1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t" anchorCtr="0">
            <a:normAutofit/>
          </a:bodyPr>
          <a:lstStyle>
            <a:lvl1pPr marL="457200" lvl="0" indent="-2984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/>
            </a:lvl1pPr>
            <a:lvl2pPr marL="914400" lvl="1" indent="-2984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/>
            </a:lvl2pPr>
            <a:lvl3pPr marL="1371600" lvl="2" indent="-2984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/>
            </a:lvl3pPr>
            <a:lvl4pPr marL="1828800" lvl="3" indent="-2984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/>
            </a:lvl4pPr>
            <a:lvl5pPr marL="2286000" lvl="4" indent="-2984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/>
            </a:lvl5pPr>
            <a:lvl6pPr marL="2743200" lvl="5" indent="-2984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/>
            </a:lvl6pPr>
            <a:lvl7pPr marL="3200400" lvl="6" indent="-2984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/>
            </a:lvl7pPr>
            <a:lvl8pPr marL="3657600" lvl="7" indent="-2984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/>
            </a:lvl8pPr>
            <a:lvl9pPr marL="4114800" lvl="8" indent="-2984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/>
            </a:lvl9pPr>
          </a:lstStyle>
          <a:p>
            <a:endParaRPr/>
          </a:p>
        </p:txBody>
      </p:sp>
      <p:sp>
        <p:nvSpPr>
          <p:cNvPr id="125" name="Google Shape;125;p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3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3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3"/>
          <p:cNvSpPr txBox="1">
            <a:spLocks noGrp="1"/>
          </p:cNvSpPr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33"/>
          <p:cNvSpPr txBox="1">
            <a:spLocks noGrp="1"/>
          </p:cNvSpPr>
          <p:nvPr>
            <p:ph type="body" idx="1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t" anchorCtr="0">
            <a:normAutofit/>
          </a:bodyPr>
          <a:lstStyle>
            <a:lvl1pPr marL="457200" lvl="0" indent="-2984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/>
            </a:lvl1pPr>
            <a:lvl2pPr marL="914400" lvl="1" indent="-2984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/>
            </a:lvl2pPr>
            <a:lvl3pPr marL="1371600" lvl="2" indent="-2984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/>
            </a:lvl3pPr>
            <a:lvl4pPr marL="1828800" lvl="3" indent="-2984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/>
            </a:lvl4pPr>
            <a:lvl5pPr marL="2286000" lvl="4" indent="-2984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/>
            </a:lvl5pPr>
            <a:lvl6pPr marL="2743200" lvl="5" indent="-2984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/>
            </a:lvl6pPr>
            <a:lvl7pPr marL="3200400" lvl="6" indent="-2984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/>
            </a:lvl7pPr>
            <a:lvl8pPr marL="3657600" lvl="7" indent="-2984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/>
            </a:lvl8pPr>
            <a:lvl9pPr marL="4114800" lvl="8" indent="-2984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/>
            </a:lvl9pPr>
          </a:lstStyle>
          <a:p>
            <a:endParaRPr/>
          </a:p>
        </p:txBody>
      </p:sp>
      <p:sp>
        <p:nvSpPr>
          <p:cNvPr id="131" name="Google Shape;131;p3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3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 master">
  <p:cSld name="Slide 1 master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6"/>
          <p:cNvSpPr txBox="1">
            <a:spLocks noGrp="1"/>
          </p:cNvSpPr>
          <p:nvPr>
            <p:ph type="title"/>
          </p:nvPr>
        </p:nvSpPr>
        <p:spPr>
          <a:xfrm>
            <a:off x="685346" y="457200"/>
            <a:ext cx="7765321" cy="727838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57150" tIns="28575" rIns="57150" bIns="285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36"/>
          <p:cNvSpPr txBox="1">
            <a:spLocks noGrp="1"/>
          </p:cNvSpPr>
          <p:nvPr>
            <p:ph type="body" idx="1"/>
          </p:nvPr>
        </p:nvSpPr>
        <p:spPr>
          <a:xfrm>
            <a:off x="685346" y="1299338"/>
            <a:ext cx="7765321" cy="3044063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57150" tIns="28575" rIns="57150" bIns="28575" anchor="t" anchorCtr="0">
            <a:normAutofit/>
          </a:bodyPr>
          <a:lstStyle>
            <a:lvl1pPr marL="457200" lvl="0" indent="-279400" algn="l">
              <a:spcBef>
                <a:spcPts val="200"/>
              </a:spcBef>
              <a:spcAft>
                <a:spcPts val="0"/>
              </a:spcAft>
              <a:buSzPts val="800"/>
              <a:buChar char="◈"/>
              <a:defRPr/>
            </a:lvl1pPr>
            <a:lvl2pPr marL="914400" lvl="1" indent="-279400" algn="l">
              <a:spcBef>
                <a:spcPts val="500"/>
              </a:spcBef>
              <a:spcAft>
                <a:spcPts val="0"/>
              </a:spcAft>
              <a:buSzPts val="800"/>
              <a:buChar char="🞚"/>
              <a:defRPr/>
            </a:lvl2pPr>
            <a:lvl3pPr marL="1371600" lvl="2" indent="-279400" algn="l">
              <a:spcBef>
                <a:spcPts val="500"/>
              </a:spcBef>
              <a:spcAft>
                <a:spcPts val="0"/>
              </a:spcAft>
              <a:buSzPts val="800"/>
              <a:buChar char="◈"/>
              <a:defRPr/>
            </a:lvl3pPr>
            <a:lvl4pPr marL="1828800" lvl="3" indent="-279400" algn="l">
              <a:spcBef>
                <a:spcPts val="500"/>
              </a:spcBef>
              <a:spcAft>
                <a:spcPts val="0"/>
              </a:spcAft>
              <a:buSzPts val="800"/>
              <a:buChar char="🞚"/>
              <a:defRPr/>
            </a:lvl4pPr>
            <a:lvl5pPr marL="2286000" lvl="4" indent="-279400" algn="l">
              <a:spcBef>
                <a:spcPts val="500"/>
              </a:spcBef>
              <a:spcAft>
                <a:spcPts val="0"/>
              </a:spcAft>
              <a:buSzPts val="800"/>
              <a:buChar char="◈"/>
              <a:defRPr/>
            </a:lvl5pPr>
            <a:lvl6pPr marL="2743200" lvl="5" indent="-279400" algn="l">
              <a:spcBef>
                <a:spcPts val="500"/>
              </a:spcBef>
              <a:spcAft>
                <a:spcPts val="0"/>
              </a:spcAft>
              <a:buSzPts val="800"/>
              <a:buChar char="◈"/>
              <a:defRPr/>
            </a:lvl6pPr>
            <a:lvl7pPr marL="3200400" lvl="6" indent="-279400" algn="l">
              <a:spcBef>
                <a:spcPts val="500"/>
              </a:spcBef>
              <a:spcAft>
                <a:spcPts val="0"/>
              </a:spcAft>
              <a:buSzPts val="800"/>
              <a:buChar char="◈"/>
              <a:defRPr/>
            </a:lvl7pPr>
            <a:lvl8pPr marL="3657600" lvl="7" indent="-279400" algn="l">
              <a:spcBef>
                <a:spcPts val="500"/>
              </a:spcBef>
              <a:spcAft>
                <a:spcPts val="0"/>
              </a:spcAft>
              <a:buSzPts val="800"/>
              <a:buChar char="◈"/>
              <a:defRPr/>
            </a:lvl8pPr>
            <a:lvl9pPr marL="4114800" lvl="8" indent="-279400" algn="l">
              <a:spcBef>
                <a:spcPts val="500"/>
              </a:spcBef>
              <a:spcAft>
                <a:spcPts val="500"/>
              </a:spcAft>
              <a:buSzPts val="800"/>
              <a:buChar char="◈"/>
              <a:defRPr/>
            </a:lvl9pPr>
          </a:lstStyle>
          <a:p>
            <a:endParaRPr/>
          </a:p>
        </p:txBody>
      </p:sp>
      <p:sp>
        <p:nvSpPr>
          <p:cNvPr id="144" name="Google Shape;144;p36"/>
          <p:cNvSpPr txBox="1">
            <a:spLocks noGrp="1"/>
          </p:cNvSpPr>
          <p:nvPr>
            <p:ph type="dt" idx="10"/>
          </p:nvPr>
        </p:nvSpPr>
        <p:spPr>
          <a:xfrm>
            <a:off x="5759052" y="44124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36"/>
          <p:cNvSpPr txBox="1">
            <a:spLocks noGrp="1"/>
          </p:cNvSpPr>
          <p:nvPr>
            <p:ph type="ftr" idx="11"/>
          </p:nvPr>
        </p:nvSpPr>
        <p:spPr>
          <a:xfrm>
            <a:off x="685347" y="4412457"/>
            <a:ext cx="500464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36"/>
          <p:cNvSpPr txBox="1">
            <a:spLocks noGrp="1"/>
          </p:cNvSpPr>
          <p:nvPr>
            <p:ph type="sldNum" idx="12"/>
          </p:nvPr>
        </p:nvSpPr>
        <p:spPr>
          <a:xfrm>
            <a:off x="7885509" y="4412457"/>
            <a:ext cx="56515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7"/>
          <p:cNvSpPr txBox="1">
            <a:spLocks noGrp="1"/>
          </p:cNvSpPr>
          <p:nvPr>
            <p:ph type="title"/>
          </p:nvPr>
        </p:nvSpPr>
        <p:spPr>
          <a:xfrm>
            <a:off x="685346" y="457200"/>
            <a:ext cx="7765321" cy="727838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57150" tIns="28575" rIns="57150" bIns="285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37"/>
          <p:cNvSpPr txBox="1">
            <a:spLocks noGrp="1"/>
          </p:cNvSpPr>
          <p:nvPr>
            <p:ph type="body" idx="1"/>
          </p:nvPr>
        </p:nvSpPr>
        <p:spPr>
          <a:xfrm>
            <a:off x="685347" y="1299337"/>
            <a:ext cx="3795373" cy="3044063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57150" tIns="28575" rIns="57150" bIns="28575" anchor="t" anchorCtr="0">
            <a:normAutofit/>
          </a:bodyPr>
          <a:lstStyle>
            <a:lvl1pPr marL="457200" lvl="0" indent="-279400" algn="l">
              <a:spcBef>
                <a:spcPts val="200"/>
              </a:spcBef>
              <a:spcAft>
                <a:spcPts val="0"/>
              </a:spcAft>
              <a:buSzPts val="800"/>
              <a:buChar char="◈"/>
              <a:defRPr/>
            </a:lvl1pPr>
            <a:lvl2pPr marL="914400" lvl="1" indent="-279400" algn="l">
              <a:spcBef>
                <a:spcPts val="500"/>
              </a:spcBef>
              <a:spcAft>
                <a:spcPts val="0"/>
              </a:spcAft>
              <a:buSzPts val="800"/>
              <a:buChar char="🞚"/>
              <a:defRPr/>
            </a:lvl2pPr>
            <a:lvl3pPr marL="1371600" lvl="2" indent="-279400" algn="l">
              <a:spcBef>
                <a:spcPts val="500"/>
              </a:spcBef>
              <a:spcAft>
                <a:spcPts val="0"/>
              </a:spcAft>
              <a:buSzPts val="800"/>
              <a:buChar char="◈"/>
              <a:defRPr/>
            </a:lvl3pPr>
            <a:lvl4pPr marL="1828800" lvl="3" indent="-279400" algn="l">
              <a:spcBef>
                <a:spcPts val="500"/>
              </a:spcBef>
              <a:spcAft>
                <a:spcPts val="0"/>
              </a:spcAft>
              <a:buSzPts val="800"/>
              <a:buChar char="🞚"/>
              <a:defRPr/>
            </a:lvl4pPr>
            <a:lvl5pPr marL="2286000" lvl="4" indent="-279400" algn="l">
              <a:spcBef>
                <a:spcPts val="500"/>
              </a:spcBef>
              <a:spcAft>
                <a:spcPts val="0"/>
              </a:spcAft>
              <a:buSzPts val="800"/>
              <a:buChar char="◈"/>
              <a:defRPr/>
            </a:lvl5pPr>
            <a:lvl6pPr marL="2743200" lvl="5" indent="-279400" algn="l">
              <a:spcBef>
                <a:spcPts val="500"/>
              </a:spcBef>
              <a:spcAft>
                <a:spcPts val="0"/>
              </a:spcAft>
              <a:buSzPts val="800"/>
              <a:buChar char="◈"/>
              <a:defRPr/>
            </a:lvl6pPr>
            <a:lvl7pPr marL="3200400" lvl="6" indent="-279400" algn="l">
              <a:spcBef>
                <a:spcPts val="500"/>
              </a:spcBef>
              <a:spcAft>
                <a:spcPts val="0"/>
              </a:spcAft>
              <a:buSzPts val="800"/>
              <a:buChar char="◈"/>
              <a:defRPr/>
            </a:lvl7pPr>
            <a:lvl8pPr marL="3657600" lvl="7" indent="-279400" algn="l">
              <a:spcBef>
                <a:spcPts val="500"/>
              </a:spcBef>
              <a:spcAft>
                <a:spcPts val="0"/>
              </a:spcAft>
              <a:buSzPts val="800"/>
              <a:buChar char="◈"/>
              <a:defRPr/>
            </a:lvl8pPr>
            <a:lvl9pPr marL="4114800" lvl="8" indent="-279400" algn="l">
              <a:spcBef>
                <a:spcPts val="500"/>
              </a:spcBef>
              <a:spcAft>
                <a:spcPts val="500"/>
              </a:spcAft>
              <a:buSzPts val="800"/>
              <a:buChar char="◈"/>
              <a:defRPr/>
            </a:lvl9pPr>
          </a:lstStyle>
          <a:p>
            <a:endParaRPr/>
          </a:p>
        </p:txBody>
      </p:sp>
      <p:sp>
        <p:nvSpPr>
          <p:cNvPr id="150" name="Google Shape;150;p37"/>
          <p:cNvSpPr txBox="1">
            <a:spLocks noGrp="1"/>
          </p:cNvSpPr>
          <p:nvPr>
            <p:ph type="body" idx="2"/>
          </p:nvPr>
        </p:nvSpPr>
        <p:spPr>
          <a:xfrm>
            <a:off x="4652169" y="1299338"/>
            <a:ext cx="3798499" cy="3044063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57150" tIns="28575" rIns="57150" bIns="28575" anchor="t" anchorCtr="0">
            <a:normAutofit/>
          </a:bodyPr>
          <a:lstStyle>
            <a:lvl1pPr marL="457200" lvl="0" indent="-279400" algn="l">
              <a:spcBef>
                <a:spcPts val="200"/>
              </a:spcBef>
              <a:spcAft>
                <a:spcPts val="0"/>
              </a:spcAft>
              <a:buSzPts val="800"/>
              <a:buChar char="◈"/>
              <a:defRPr/>
            </a:lvl1pPr>
            <a:lvl2pPr marL="914400" lvl="1" indent="-279400" algn="l">
              <a:spcBef>
                <a:spcPts val="500"/>
              </a:spcBef>
              <a:spcAft>
                <a:spcPts val="0"/>
              </a:spcAft>
              <a:buSzPts val="800"/>
              <a:buChar char="🞚"/>
              <a:defRPr/>
            </a:lvl2pPr>
            <a:lvl3pPr marL="1371600" lvl="2" indent="-279400" algn="l">
              <a:spcBef>
                <a:spcPts val="500"/>
              </a:spcBef>
              <a:spcAft>
                <a:spcPts val="0"/>
              </a:spcAft>
              <a:buSzPts val="800"/>
              <a:buChar char="◈"/>
              <a:defRPr/>
            </a:lvl3pPr>
            <a:lvl4pPr marL="1828800" lvl="3" indent="-279400" algn="l">
              <a:spcBef>
                <a:spcPts val="500"/>
              </a:spcBef>
              <a:spcAft>
                <a:spcPts val="0"/>
              </a:spcAft>
              <a:buSzPts val="800"/>
              <a:buChar char="🞚"/>
              <a:defRPr/>
            </a:lvl4pPr>
            <a:lvl5pPr marL="2286000" lvl="4" indent="-279400" algn="l">
              <a:spcBef>
                <a:spcPts val="500"/>
              </a:spcBef>
              <a:spcAft>
                <a:spcPts val="0"/>
              </a:spcAft>
              <a:buSzPts val="800"/>
              <a:buChar char="◈"/>
              <a:defRPr/>
            </a:lvl5pPr>
            <a:lvl6pPr marL="2743200" lvl="5" indent="-279400" algn="l">
              <a:spcBef>
                <a:spcPts val="500"/>
              </a:spcBef>
              <a:spcAft>
                <a:spcPts val="0"/>
              </a:spcAft>
              <a:buSzPts val="800"/>
              <a:buChar char="◈"/>
              <a:defRPr/>
            </a:lvl6pPr>
            <a:lvl7pPr marL="3200400" lvl="6" indent="-279400" algn="l">
              <a:spcBef>
                <a:spcPts val="500"/>
              </a:spcBef>
              <a:spcAft>
                <a:spcPts val="0"/>
              </a:spcAft>
              <a:buSzPts val="800"/>
              <a:buChar char="◈"/>
              <a:defRPr/>
            </a:lvl7pPr>
            <a:lvl8pPr marL="3657600" lvl="7" indent="-279400" algn="l">
              <a:spcBef>
                <a:spcPts val="500"/>
              </a:spcBef>
              <a:spcAft>
                <a:spcPts val="0"/>
              </a:spcAft>
              <a:buSzPts val="800"/>
              <a:buChar char="◈"/>
              <a:defRPr/>
            </a:lvl8pPr>
            <a:lvl9pPr marL="4114800" lvl="8" indent="-279400" algn="l">
              <a:spcBef>
                <a:spcPts val="500"/>
              </a:spcBef>
              <a:spcAft>
                <a:spcPts val="500"/>
              </a:spcAft>
              <a:buSzPts val="800"/>
              <a:buChar char="◈"/>
              <a:defRPr/>
            </a:lvl9pPr>
          </a:lstStyle>
          <a:p>
            <a:endParaRPr/>
          </a:p>
        </p:txBody>
      </p:sp>
      <p:sp>
        <p:nvSpPr>
          <p:cNvPr id="151" name="Google Shape;151;p37"/>
          <p:cNvSpPr txBox="1">
            <a:spLocks noGrp="1"/>
          </p:cNvSpPr>
          <p:nvPr>
            <p:ph type="dt" idx="10"/>
          </p:nvPr>
        </p:nvSpPr>
        <p:spPr>
          <a:xfrm>
            <a:off x="5759052" y="44124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37"/>
          <p:cNvSpPr txBox="1">
            <a:spLocks noGrp="1"/>
          </p:cNvSpPr>
          <p:nvPr>
            <p:ph type="ftr" idx="11"/>
          </p:nvPr>
        </p:nvSpPr>
        <p:spPr>
          <a:xfrm>
            <a:off x="685347" y="4412457"/>
            <a:ext cx="500464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37"/>
          <p:cNvSpPr txBox="1">
            <a:spLocks noGrp="1"/>
          </p:cNvSpPr>
          <p:nvPr>
            <p:ph type="sldNum" idx="12"/>
          </p:nvPr>
        </p:nvSpPr>
        <p:spPr>
          <a:xfrm>
            <a:off x="7885509" y="4412457"/>
            <a:ext cx="56515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2 master">
  <p:cSld name="Slide 2 master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3 master">
  <p:cSld name="Slide 3 master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4 master">
  <p:cSld name="Slide 4 master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5 master">
  <p:cSld name="Slide 5 master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6 master">
  <p:cSld name="Slide 6 master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7 master">
  <p:cSld name="Slide 7 master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8 master">
  <p:cSld name="Slide 8 master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9 master">
  <p:cSld name="Slide 9 master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6"/>
          <p:cNvSpPr txBox="1">
            <a:spLocks noGrp="1"/>
          </p:cNvSpPr>
          <p:nvPr>
            <p:ph type="ctrTitle"/>
          </p:nvPr>
        </p:nvSpPr>
        <p:spPr>
          <a:xfrm>
            <a:off x="1028020" y="1327156"/>
            <a:ext cx="7080026" cy="137160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57150" tIns="28575" rIns="57150" bIns="2857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100"/>
              <a:buFont typeface="Lustria"/>
              <a:buNone/>
              <a:defRPr sz="4100"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46"/>
          <p:cNvSpPr txBox="1">
            <a:spLocks noGrp="1"/>
          </p:cNvSpPr>
          <p:nvPr>
            <p:ph type="subTitle" idx="1"/>
          </p:nvPr>
        </p:nvSpPr>
        <p:spPr>
          <a:xfrm>
            <a:off x="1028020" y="2698755"/>
            <a:ext cx="7080026" cy="7874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57150" tIns="28575" rIns="57150" bIns="28575" anchor="t" anchorCtr="0">
            <a:normAutofit/>
          </a:bodyPr>
          <a:lstStyle>
            <a:lvl1pPr lvl="0" algn="ctr">
              <a:spcBef>
                <a:spcPts val="30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SzPts val="9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SzPts val="8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SzPts val="7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SzPts val="7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SzPts val="7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SzPts val="7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SzPts val="7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SzPts val="7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65" name="Google Shape;165;p46"/>
          <p:cNvSpPr txBox="1">
            <a:spLocks noGrp="1"/>
          </p:cNvSpPr>
          <p:nvPr>
            <p:ph type="dt" idx="10"/>
          </p:nvPr>
        </p:nvSpPr>
        <p:spPr>
          <a:xfrm>
            <a:off x="5759052" y="44124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46"/>
          <p:cNvSpPr txBox="1">
            <a:spLocks noGrp="1"/>
          </p:cNvSpPr>
          <p:nvPr>
            <p:ph type="ftr" idx="11"/>
          </p:nvPr>
        </p:nvSpPr>
        <p:spPr>
          <a:xfrm>
            <a:off x="685347" y="4412457"/>
            <a:ext cx="500464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46"/>
          <p:cNvSpPr txBox="1">
            <a:spLocks noGrp="1"/>
          </p:cNvSpPr>
          <p:nvPr>
            <p:ph type="sldNum" idx="12"/>
          </p:nvPr>
        </p:nvSpPr>
        <p:spPr>
          <a:xfrm>
            <a:off x="7885509" y="4412457"/>
            <a:ext cx="56515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7"/>
          <p:cNvSpPr txBox="1">
            <a:spLocks noGrp="1"/>
          </p:cNvSpPr>
          <p:nvPr>
            <p:ph type="title"/>
          </p:nvPr>
        </p:nvSpPr>
        <p:spPr>
          <a:xfrm>
            <a:off x="971551" y="1320801"/>
            <a:ext cx="7192913" cy="137161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57150" tIns="28575" rIns="57150" bIns="2857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Lustria"/>
              <a:buNone/>
              <a:defRPr sz="30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47"/>
          <p:cNvSpPr txBox="1">
            <a:spLocks noGrp="1"/>
          </p:cNvSpPr>
          <p:nvPr>
            <p:ph type="body" idx="1"/>
          </p:nvPr>
        </p:nvSpPr>
        <p:spPr>
          <a:xfrm>
            <a:off x="971551" y="2692409"/>
            <a:ext cx="7192913" cy="113029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57150" tIns="28575" rIns="57150" bIns="28575" anchor="t" anchorCtr="0">
            <a:normAutofit/>
          </a:bodyPr>
          <a:lstStyle>
            <a:lvl1pPr marL="457200" lvl="0" indent="-228600" algn="ctr">
              <a:spcBef>
                <a:spcPts val="300"/>
              </a:spcBef>
              <a:spcAft>
                <a:spcPts val="0"/>
              </a:spcAft>
              <a:buSzPts val="1100"/>
              <a:buNone/>
              <a:defRPr sz="150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500"/>
              </a:spcBef>
              <a:spcAft>
                <a:spcPts val="0"/>
              </a:spcAft>
              <a:buSzPts val="900"/>
              <a:buNone/>
              <a:defRPr sz="1400">
                <a:solidFill>
                  <a:schemeClr val="lt1"/>
                </a:solidFill>
              </a:defRPr>
            </a:lvl2pPr>
            <a:lvl3pPr marL="1371600" lvl="2" indent="-228600" algn="l">
              <a:spcBef>
                <a:spcPts val="500"/>
              </a:spcBef>
              <a:spcAft>
                <a:spcPts val="0"/>
              </a:spcAft>
              <a:buSzPts val="800"/>
              <a:buNone/>
              <a:defRPr sz="1200">
                <a:solidFill>
                  <a:schemeClr val="lt1"/>
                </a:solidFill>
              </a:defRPr>
            </a:lvl3pPr>
            <a:lvl4pPr marL="1828800" lvl="3" indent="-228600" algn="l">
              <a:spcBef>
                <a:spcPts val="500"/>
              </a:spcBef>
              <a:spcAft>
                <a:spcPts val="0"/>
              </a:spcAft>
              <a:buSzPts val="700"/>
              <a:buNone/>
              <a:defRPr sz="1100">
                <a:solidFill>
                  <a:schemeClr val="lt1"/>
                </a:solidFill>
              </a:defRPr>
            </a:lvl4pPr>
            <a:lvl5pPr marL="2286000" lvl="4" indent="-228600" algn="l">
              <a:spcBef>
                <a:spcPts val="500"/>
              </a:spcBef>
              <a:spcAft>
                <a:spcPts val="0"/>
              </a:spcAft>
              <a:buSzPts val="700"/>
              <a:buNone/>
              <a:defRPr sz="1100">
                <a:solidFill>
                  <a:schemeClr val="lt1"/>
                </a:solidFill>
              </a:defRPr>
            </a:lvl5pPr>
            <a:lvl6pPr marL="2743200" lvl="5" indent="-228600" algn="l">
              <a:spcBef>
                <a:spcPts val="500"/>
              </a:spcBef>
              <a:spcAft>
                <a:spcPts val="0"/>
              </a:spcAft>
              <a:buSzPts val="700"/>
              <a:buNone/>
              <a:defRPr sz="1100">
                <a:solidFill>
                  <a:schemeClr val="lt1"/>
                </a:solidFill>
              </a:defRPr>
            </a:lvl6pPr>
            <a:lvl7pPr marL="3200400" lvl="6" indent="-228600" algn="l">
              <a:spcBef>
                <a:spcPts val="500"/>
              </a:spcBef>
              <a:spcAft>
                <a:spcPts val="0"/>
              </a:spcAft>
              <a:buSzPts val="700"/>
              <a:buNone/>
              <a:defRPr sz="1100">
                <a:solidFill>
                  <a:schemeClr val="lt1"/>
                </a:solidFill>
              </a:defRPr>
            </a:lvl7pPr>
            <a:lvl8pPr marL="3657600" lvl="7" indent="-228600" algn="l">
              <a:spcBef>
                <a:spcPts val="500"/>
              </a:spcBef>
              <a:spcAft>
                <a:spcPts val="0"/>
              </a:spcAft>
              <a:buSzPts val="700"/>
              <a:buNone/>
              <a:defRPr sz="1100">
                <a:solidFill>
                  <a:schemeClr val="lt1"/>
                </a:solidFill>
              </a:defRPr>
            </a:lvl8pPr>
            <a:lvl9pPr marL="4114800" lvl="8" indent="-228600" algn="l">
              <a:spcBef>
                <a:spcPts val="500"/>
              </a:spcBef>
              <a:spcAft>
                <a:spcPts val="500"/>
              </a:spcAft>
              <a:buSzPts val="700"/>
              <a:buNone/>
              <a:defRPr sz="1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1" name="Google Shape;171;p47"/>
          <p:cNvSpPr txBox="1">
            <a:spLocks noGrp="1"/>
          </p:cNvSpPr>
          <p:nvPr>
            <p:ph type="dt" idx="10"/>
          </p:nvPr>
        </p:nvSpPr>
        <p:spPr>
          <a:xfrm>
            <a:off x="5759052" y="44124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47"/>
          <p:cNvSpPr txBox="1">
            <a:spLocks noGrp="1"/>
          </p:cNvSpPr>
          <p:nvPr>
            <p:ph type="ftr" idx="11"/>
          </p:nvPr>
        </p:nvSpPr>
        <p:spPr>
          <a:xfrm>
            <a:off x="685347" y="4412457"/>
            <a:ext cx="500464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47"/>
          <p:cNvSpPr txBox="1">
            <a:spLocks noGrp="1"/>
          </p:cNvSpPr>
          <p:nvPr>
            <p:ph type="sldNum" idx="12"/>
          </p:nvPr>
        </p:nvSpPr>
        <p:spPr>
          <a:xfrm>
            <a:off x="7885509" y="4412457"/>
            <a:ext cx="56515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48" descr="Slate-V2-HD-compPhotoInset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85346" y="1300880"/>
            <a:ext cx="3816804" cy="31115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48" descr="Slate-V2-HD-compPhotoInset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33864" y="1300880"/>
            <a:ext cx="3816804" cy="3111577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48"/>
          <p:cNvSpPr txBox="1">
            <a:spLocks noGrp="1"/>
          </p:cNvSpPr>
          <p:nvPr>
            <p:ph type="title"/>
          </p:nvPr>
        </p:nvSpPr>
        <p:spPr>
          <a:xfrm>
            <a:off x="685346" y="457200"/>
            <a:ext cx="7765321" cy="727838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57150" tIns="28575" rIns="57150" bIns="285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Lustria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48"/>
          <p:cNvSpPr txBox="1">
            <a:spLocks noGrp="1"/>
          </p:cNvSpPr>
          <p:nvPr>
            <p:ph type="body" idx="1"/>
          </p:nvPr>
        </p:nvSpPr>
        <p:spPr>
          <a:xfrm>
            <a:off x="754404" y="1376441"/>
            <a:ext cx="3657258" cy="408663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57150" tIns="28575" rIns="57150" bIns="28575" anchor="b" anchorCtr="0">
            <a:noAutofit/>
          </a:bodyPr>
          <a:lstStyle>
            <a:lvl1pPr marL="457200" lvl="0" indent="-228600" algn="ctr">
              <a:spcBef>
                <a:spcPts val="400"/>
              </a:spcBef>
              <a:spcAft>
                <a:spcPts val="0"/>
              </a:spcAft>
              <a:buSzPts val="1300"/>
              <a:buNone/>
              <a:defRPr sz="1800" b="0"/>
            </a:lvl1pPr>
            <a:lvl2pPr marL="914400" lvl="1" indent="-228600" algn="l">
              <a:spcBef>
                <a:spcPts val="500"/>
              </a:spcBef>
              <a:spcAft>
                <a:spcPts val="0"/>
              </a:spcAft>
              <a:buSzPts val="1100"/>
              <a:buNone/>
              <a:defRPr sz="1500" b="1"/>
            </a:lvl2pPr>
            <a:lvl3pPr marL="1371600" lvl="2" indent="-228600" algn="l">
              <a:spcBef>
                <a:spcPts val="500"/>
              </a:spcBef>
              <a:spcAft>
                <a:spcPts val="0"/>
              </a:spcAft>
              <a:buSzPts val="900"/>
              <a:buNone/>
              <a:defRPr sz="1400" b="1"/>
            </a:lvl3pPr>
            <a:lvl4pPr marL="1828800" lvl="3" indent="-228600" algn="l">
              <a:spcBef>
                <a:spcPts val="500"/>
              </a:spcBef>
              <a:spcAft>
                <a:spcPts val="0"/>
              </a:spcAft>
              <a:buSzPts val="800"/>
              <a:buNone/>
              <a:defRPr sz="1200" b="1"/>
            </a:lvl4pPr>
            <a:lvl5pPr marL="2286000" lvl="4" indent="-228600" algn="l">
              <a:spcBef>
                <a:spcPts val="500"/>
              </a:spcBef>
              <a:spcAft>
                <a:spcPts val="0"/>
              </a:spcAft>
              <a:buSzPts val="800"/>
              <a:buNone/>
              <a:defRPr sz="1200" b="1"/>
            </a:lvl5pPr>
            <a:lvl6pPr marL="2743200" lvl="5" indent="-228600" algn="l">
              <a:spcBef>
                <a:spcPts val="500"/>
              </a:spcBef>
              <a:spcAft>
                <a:spcPts val="0"/>
              </a:spcAft>
              <a:buSzPts val="800"/>
              <a:buNone/>
              <a:defRPr sz="1200" b="1"/>
            </a:lvl6pPr>
            <a:lvl7pPr marL="3200400" lvl="6" indent="-228600" algn="l">
              <a:spcBef>
                <a:spcPts val="500"/>
              </a:spcBef>
              <a:spcAft>
                <a:spcPts val="0"/>
              </a:spcAft>
              <a:buSzPts val="800"/>
              <a:buNone/>
              <a:defRPr sz="1200" b="1"/>
            </a:lvl7pPr>
            <a:lvl8pPr marL="3657600" lvl="7" indent="-228600" algn="l">
              <a:spcBef>
                <a:spcPts val="500"/>
              </a:spcBef>
              <a:spcAft>
                <a:spcPts val="0"/>
              </a:spcAft>
              <a:buSzPts val="800"/>
              <a:buNone/>
              <a:defRPr sz="1200" b="1"/>
            </a:lvl8pPr>
            <a:lvl9pPr marL="4114800" lvl="8" indent="-228600" algn="l">
              <a:spcBef>
                <a:spcPts val="500"/>
              </a:spcBef>
              <a:spcAft>
                <a:spcPts val="500"/>
              </a:spcAft>
              <a:buSzPts val="800"/>
              <a:buNone/>
              <a:defRPr sz="1200" b="1"/>
            </a:lvl9pPr>
          </a:lstStyle>
          <a:p>
            <a:endParaRPr/>
          </a:p>
        </p:txBody>
      </p:sp>
      <p:sp>
        <p:nvSpPr>
          <p:cNvPr id="179" name="Google Shape;179;p48"/>
          <p:cNvSpPr txBox="1">
            <a:spLocks noGrp="1"/>
          </p:cNvSpPr>
          <p:nvPr>
            <p:ph type="body" idx="2"/>
          </p:nvPr>
        </p:nvSpPr>
        <p:spPr>
          <a:xfrm>
            <a:off x="754404" y="1785103"/>
            <a:ext cx="3657258" cy="2558298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57150" tIns="28575" rIns="57150" bIns="28575" anchor="t" anchorCtr="0">
            <a:normAutofit/>
          </a:bodyPr>
          <a:lstStyle>
            <a:lvl1pPr marL="457200" lvl="0" indent="-285750" algn="l">
              <a:spcBef>
                <a:spcPts val="300"/>
              </a:spcBef>
              <a:spcAft>
                <a:spcPts val="0"/>
              </a:spcAft>
              <a:buSzPts val="900"/>
              <a:buChar char="◈"/>
              <a:defRPr sz="1400"/>
            </a:lvl1pPr>
            <a:lvl2pPr marL="914400" lvl="1" indent="-279400" algn="l">
              <a:spcBef>
                <a:spcPts val="500"/>
              </a:spcBef>
              <a:spcAft>
                <a:spcPts val="0"/>
              </a:spcAft>
              <a:buSzPts val="800"/>
              <a:buChar char="🞚"/>
              <a:defRPr sz="1200"/>
            </a:lvl2pPr>
            <a:lvl3pPr marL="1371600" lvl="2" indent="-273050" algn="l">
              <a:spcBef>
                <a:spcPts val="500"/>
              </a:spcBef>
              <a:spcAft>
                <a:spcPts val="0"/>
              </a:spcAft>
              <a:buSzPts val="700"/>
              <a:buChar char="◈"/>
              <a:defRPr sz="1100"/>
            </a:lvl3pPr>
            <a:lvl4pPr marL="1828800" lvl="3" indent="-266700" algn="l">
              <a:spcBef>
                <a:spcPts val="500"/>
              </a:spcBef>
              <a:spcAft>
                <a:spcPts val="0"/>
              </a:spcAft>
              <a:buSzPts val="600"/>
              <a:buChar char="🞚"/>
              <a:defRPr sz="900"/>
            </a:lvl4pPr>
            <a:lvl5pPr marL="2286000" lvl="4" indent="-266700" algn="l">
              <a:spcBef>
                <a:spcPts val="500"/>
              </a:spcBef>
              <a:spcAft>
                <a:spcPts val="0"/>
              </a:spcAft>
              <a:buSzPts val="600"/>
              <a:buChar char="◈"/>
              <a:defRPr sz="900"/>
            </a:lvl5pPr>
            <a:lvl6pPr marL="2743200" lvl="5" indent="-279400" algn="l">
              <a:spcBef>
                <a:spcPts val="500"/>
              </a:spcBef>
              <a:spcAft>
                <a:spcPts val="0"/>
              </a:spcAft>
              <a:buSzPts val="800"/>
              <a:buChar char="◈"/>
              <a:defRPr/>
            </a:lvl6pPr>
            <a:lvl7pPr marL="3200400" lvl="6" indent="-279400" algn="l">
              <a:spcBef>
                <a:spcPts val="500"/>
              </a:spcBef>
              <a:spcAft>
                <a:spcPts val="0"/>
              </a:spcAft>
              <a:buSzPts val="800"/>
              <a:buChar char="◈"/>
              <a:defRPr/>
            </a:lvl7pPr>
            <a:lvl8pPr marL="3657600" lvl="7" indent="-279400" algn="l">
              <a:spcBef>
                <a:spcPts val="500"/>
              </a:spcBef>
              <a:spcAft>
                <a:spcPts val="0"/>
              </a:spcAft>
              <a:buSzPts val="800"/>
              <a:buChar char="◈"/>
              <a:defRPr/>
            </a:lvl8pPr>
            <a:lvl9pPr marL="4114800" lvl="8" indent="-279400" algn="l">
              <a:spcBef>
                <a:spcPts val="500"/>
              </a:spcBef>
              <a:spcAft>
                <a:spcPts val="500"/>
              </a:spcAft>
              <a:buSzPts val="800"/>
              <a:buChar char="◈"/>
              <a:defRPr/>
            </a:lvl9pPr>
          </a:lstStyle>
          <a:p>
            <a:endParaRPr/>
          </a:p>
        </p:txBody>
      </p:sp>
      <p:sp>
        <p:nvSpPr>
          <p:cNvPr id="180" name="Google Shape;180;p48"/>
          <p:cNvSpPr txBox="1">
            <a:spLocks noGrp="1"/>
          </p:cNvSpPr>
          <p:nvPr>
            <p:ph type="body" idx="3"/>
          </p:nvPr>
        </p:nvSpPr>
        <p:spPr>
          <a:xfrm>
            <a:off x="4721225" y="1376441"/>
            <a:ext cx="3671498" cy="408663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57150" tIns="28575" rIns="57150" bIns="28575" anchor="b" anchorCtr="0">
            <a:noAutofit/>
          </a:bodyPr>
          <a:lstStyle>
            <a:lvl1pPr marL="457200" lvl="0" indent="-228600" algn="ctr">
              <a:spcBef>
                <a:spcPts val="400"/>
              </a:spcBef>
              <a:spcAft>
                <a:spcPts val="0"/>
              </a:spcAft>
              <a:buSzPts val="1300"/>
              <a:buNone/>
              <a:defRPr sz="1800" b="0"/>
            </a:lvl1pPr>
            <a:lvl2pPr marL="914400" lvl="1" indent="-228600" algn="l">
              <a:spcBef>
                <a:spcPts val="500"/>
              </a:spcBef>
              <a:spcAft>
                <a:spcPts val="0"/>
              </a:spcAft>
              <a:buSzPts val="1100"/>
              <a:buNone/>
              <a:defRPr sz="1500" b="1"/>
            </a:lvl2pPr>
            <a:lvl3pPr marL="1371600" lvl="2" indent="-228600" algn="l">
              <a:spcBef>
                <a:spcPts val="500"/>
              </a:spcBef>
              <a:spcAft>
                <a:spcPts val="0"/>
              </a:spcAft>
              <a:buSzPts val="900"/>
              <a:buNone/>
              <a:defRPr sz="1400" b="1"/>
            </a:lvl3pPr>
            <a:lvl4pPr marL="1828800" lvl="3" indent="-228600" algn="l">
              <a:spcBef>
                <a:spcPts val="500"/>
              </a:spcBef>
              <a:spcAft>
                <a:spcPts val="0"/>
              </a:spcAft>
              <a:buSzPts val="800"/>
              <a:buNone/>
              <a:defRPr sz="1200" b="1"/>
            </a:lvl4pPr>
            <a:lvl5pPr marL="2286000" lvl="4" indent="-228600" algn="l">
              <a:spcBef>
                <a:spcPts val="500"/>
              </a:spcBef>
              <a:spcAft>
                <a:spcPts val="0"/>
              </a:spcAft>
              <a:buSzPts val="800"/>
              <a:buNone/>
              <a:defRPr sz="1200" b="1"/>
            </a:lvl5pPr>
            <a:lvl6pPr marL="2743200" lvl="5" indent="-228600" algn="l">
              <a:spcBef>
                <a:spcPts val="500"/>
              </a:spcBef>
              <a:spcAft>
                <a:spcPts val="0"/>
              </a:spcAft>
              <a:buSzPts val="800"/>
              <a:buNone/>
              <a:defRPr sz="1200" b="1"/>
            </a:lvl6pPr>
            <a:lvl7pPr marL="3200400" lvl="6" indent="-228600" algn="l">
              <a:spcBef>
                <a:spcPts val="500"/>
              </a:spcBef>
              <a:spcAft>
                <a:spcPts val="0"/>
              </a:spcAft>
              <a:buSzPts val="800"/>
              <a:buNone/>
              <a:defRPr sz="1200" b="1"/>
            </a:lvl7pPr>
            <a:lvl8pPr marL="3657600" lvl="7" indent="-228600" algn="l">
              <a:spcBef>
                <a:spcPts val="500"/>
              </a:spcBef>
              <a:spcAft>
                <a:spcPts val="0"/>
              </a:spcAft>
              <a:buSzPts val="800"/>
              <a:buNone/>
              <a:defRPr sz="1200" b="1"/>
            </a:lvl8pPr>
            <a:lvl9pPr marL="4114800" lvl="8" indent="-228600" algn="l">
              <a:spcBef>
                <a:spcPts val="500"/>
              </a:spcBef>
              <a:spcAft>
                <a:spcPts val="500"/>
              </a:spcAft>
              <a:buSzPts val="800"/>
              <a:buNone/>
              <a:defRPr sz="1200" b="1"/>
            </a:lvl9pPr>
          </a:lstStyle>
          <a:p>
            <a:endParaRPr/>
          </a:p>
        </p:txBody>
      </p:sp>
      <p:sp>
        <p:nvSpPr>
          <p:cNvPr id="181" name="Google Shape;181;p48"/>
          <p:cNvSpPr txBox="1">
            <a:spLocks noGrp="1"/>
          </p:cNvSpPr>
          <p:nvPr>
            <p:ph type="body" idx="4"/>
          </p:nvPr>
        </p:nvSpPr>
        <p:spPr>
          <a:xfrm>
            <a:off x="4721225" y="1785103"/>
            <a:ext cx="3671498" cy="2558298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57150" tIns="28575" rIns="57150" bIns="28575" anchor="t" anchorCtr="0">
            <a:normAutofit/>
          </a:bodyPr>
          <a:lstStyle>
            <a:lvl1pPr marL="457200" lvl="0" indent="-285750" algn="l">
              <a:spcBef>
                <a:spcPts val="300"/>
              </a:spcBef>
              <a:spcAft>
                <a:spcPts val="0"/>
              </a:spcAft>
              <a:buSzPts val="900"/>
              <a:buChar char="◈"/>
              <a:defRPr sz="1400"/>
            </a:lvl1pPr>
            <a:lvl2pPr marL="914400" lvl="1" indent="-279400" algn="l">
              <a:spcBef>
                <a:spcPts val="500"/>
              </a:spcBef>
              <a:spcAft>
                <a:spcPts val="0"/>
              </a:spcAft>
              <a:buSzPts val="800"/>
              <a:buChar char="🞚"/>
              <a:defRPr sz="1200"/>
            </a:lvl2pPr>
            <a:lvl3pPr marL="1371600" lvl="2" indent="-273050" algn="l">
              <a:spcBef>
                <a:spcPts val="500"/>
              </a:spcBef>
              <a:spcAft>
                <a:spcPts val="0"/>
              </a:spcAft>
              <a:buSzPts val="700"/>
              <a:buChar char="◈"/>
              <a:defRPr sz="1100"/>
            </a:lvl3pPr>
            <a:lvl4pPr marL="1828800" lvl="3" indent="-266700" algn="l">
              <a:spcBef>
                <a:spcPts val="500"/>
              </a:spcBef>
              <a:spcAft>
                <a:spcPts val="0"/>
              </a:spcAft>
              <a:buSzPts val="600"/>
              <a:buChar char="🞚"/>
              <a:defRPr sz="900"/>
            </a:lvl4pPr>
            <a:lvl5pPr marL="2286000" lvl="4" indent="-266700" algn="l">
              <a:spcBef>
                <a:spcPts val="500"/>
              </a:spcBef>
              <a:spcAft>
                <a:spcPts val="0"/>
              </a:spcAft>
              <a:buSzPts val="600"/>
              <a:buChar char="◈"/>
              <a:defRPr sz="900"/>
            </a:lvl5pPr>
            <a:lvl6pPr marL="2743200" lvl="5" indent="-279400" algn="l">
              <a:spcBef>
                <a:spcPts val="500"/>
              </a:spcBef>
              <a:spcAft>
                <a:spcPts val="0"/>
              </a:spcAft>
              <a:buSzPts val="800"/>
              <a:buChar char="◈"/>
              <a:defRPr/>
            </a:lvl6pPr>
            <a:lvl7pPr marL="3200400" lvl="6" indent="-279400" algn="l">
              <a:spcBef>
                <a:spcPts val="500"/>
              </a:spcBef>
              <a:spcAft>
                <a:spcPts val="0"/>
              </a:spcAft>
              <a:buSzPts val="800"/>
              <a:buChar char="◈"/>
              <a:defRPr/>
            </a:lvl7pPr>
            <a:lvl8pPr marL="3657600" lvl="7" indent="-279400" algn="l">
              <a:spcBef>
                <a:spcPts val="500"/>
              </a:spcBef>
              <a:spcAft>
                <a:spcPts val="0"/>
              </a:spcAft>
              <a:buSzPts val="800"/>
              <a:buChar char="◈"/>
              <a:defRPr/>
            </a:lvl8pPr>
            <a:lvl9pPr marL="4114800" lvl="8" indent="-279400" algn="l">
              <a:spcBef>
                <a:spcPts val="500"/>
              </a:spcBef>
              <a:spcAft>
                <a:spcPts val="500"/>
              </a:spcAft>
              <a:buSzPts val="800"/>
              <a:buChar char="◈"/>
              <a:defRPr/>
            </a:lvl9pPr>
          </a:lstStyle>
          <a:p>
            <a:endParaRPr/>
          </a:p>
        </p:txBody>
      </p:sp>
      <p:sp>
        <p:nvSpPr>
          <p:cNvPr id="182" name="Google Shape;182;p48"/>
          <p:cNvSpPr txBox="1">
            <a:spLocks noGrp="1"/>
          </p:cNvSpPr>
          <p:nvPr>
            <p:ph type="dt" idx="10"/>
          </p:nvPr>
        </p:nvSpPr>
        <p:spPr>
          <a:xfrm>
            <a:off x="5759052" y="44124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48"/>
          <p:cNvSpPr txBox="1">
            <a:spLocks noGrp="1"/>
          </p:cNvSpPr>
          <p:nvPr>
            <p:ph type="ftr" idx="11"/>
          </p:nvPr>
        </p:nvSpPr>
        <p:spPr>
          <a:xfrm>
            <a:off x="685347" y="4412457"/>
            <a:ext cx="500464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48"/>
          <p:cNvSpPr txBox="1">
            <a:spLocks noGrp="1"/>
          </p:cNvSpPr>
          <p:nvPr>
            <p:ph type="sldNum" idx="12"/>
          </p:nvPr>
        </p:nvSpPr>
        <p:spPr>
          <a:xfrm>
            <a:off x="7885509" y="4412457"/>
            <a:ext cx="56515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49"/>
          <p:cNvSpPr txBox="1">
            <a:spLocks noGrp="1"/>
          </p:cNvSpPr>
          <p:nvPr>
            <p:ph type="title"/>
          </p:nvPr>
        </p:nvSpPr>
        <p:spPr>
          <a:xfrm>
            <a:off x="685346" y="457200"/>
            <a:ext cx="7765321" cy="727838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57150" tIns="28575" rIns="57150" bIns="285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187" name="Google Shape;187;p49"/>
          <p:cNvSpPr txBox="1">
            <a:spLocks noGrp="1"/>
          </p:cNvSpPr>
          <p:nvPr>
            <p:ph type="dt" idx="10"/>
          </p:nvPr>
        </p:nvSpPr>
        <p:spPr>
          <a:xfrm>
            <a:off x="5759052" y="44124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p49"/>
          <p:cNvSpPr txBox="1">
            <a:spLocks noGrp="1"/>
          </p:cNvSpPr>
          <p:nvPr>
            <p:ph type="ftr" idx="11"/>
          </p:nvPr>
        </p:nvSpPr>
        <p:spPr>
          <a:xfrm>
            <a:off x="685347" y="4412457"/>
            <a:ext cx="500464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49"/>
          <p:cNvSpPr txBox="1">
            <a:spLocks noGrp="1"/>
          </p:cNvSpPr>
          <p:nvPr>
            <p:ph type="sldNum" idx="12"/>
          </p:nvPr>
        </p:nvSpPr>
        <p:spPr>
          <a:xfrm>
            <a:off x="7885509" y="4412457"/>
            <a:ext cx="56515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0"/>
          <p:cNvSpPr txBox="1">
            <a:spLocks noGrp="1"/>
          </p:cNvSpPr>
          <p:nvPr>
            <p:ph type="dt" idx="10"/>
          </p:nvPr>
        </p:nvSpPr>
        <p:spPr>
          <a:xfrm>
            <a:off x="5759052" y="44124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50"/>
          <p:cNvSpPr txBox="1">
            <a:spLocks noGrp="1"/>
          </p:cNvSpPr>
          <p:nvPr>
            <p:ph type="ftr" idx="11"/>
          </p:nvPr>
        </p:nvSpPr>
        <p:spPr>
          <a:xfrm>
            <a:off x="685347" y="4412457"/>
            <a:ext cx="500464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50"/>
          <p:cNvSpPr txBox="1">
            <a:spLocks noGrp="1"/>
          </p:cNvSpPr>
          <p:nvPr>
            <p:ph type="sldNum" idx="12"/>
          </p:nvPr>
        </p:nvSpPr>
        <p:spPr>
          <a:xfrm>
            <a:off x="7885509" y="4412457"/>
            <a:ext cx="56515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51"/>
          <p:cNvSpPr txBox="1">
            <a:spLocks noGrp="1"/>
          </p:cNvSpPr>
          <p:nvPr>
            <p:ph type="title"/>
          </p:nvPr>
        </p:nvSpPr>
        <p:spPr>
          <a:xfrm>
            <a:off x="685347" y="457200"/>
            <a:ext cx="2780167" cy="136643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57150" tIns="28575" rIns="57150" bIns="2857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Lustria"/>
              <a:buNone/>
              <a:defRPr sz="18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196" name="Google Shape;196;p51"/>
          <p:cNvSpPr txBox="1">
            <a:spLocks noGrp="1"/>
          </p:cNvSpPr>
          <p:nvPr>
            <p:ph type="body" idx="1"/>
          </p:nvPr>
        </p:nvSpPr>
        <p:spPr>
          <a:xfrm>
            <a:off x="3641725" y="457200"/>
            <a:ext cx="4808943" cy="38862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57150" tIns="28575" rIns="57150" bIns="28575" anchor="t" anchorCtr="0">
            <a:normAutofit/>
          </a:bodyPr>
          <a:lstStyle>
            <a:lvl1pPr marL="457200" lvl="0" indent="-279400" algn="l">
              <a:spcBef>
                <a:spcPts val="200"/>
              </a:spcBef>
              <a:spcAft>
                <a:spcPts val="0"/>
              </a:spcAft>
              <a:buSzPts val="800"/>
              <a:buChar char="◈"/>
              <a:defRPr/>
            </a:lvl1pPr>
            <a:lvl2pPr marL="914400" lvl="1" indent="-279400" algn="l">
              <a:spcBef>
                <a:spcPts val="500"/>
              </a:spcBef>
              <a:spcAft>
                <a:spcPts val="0"/>
              </a:spcAft>
              <a:buSzPts val="800"/>
              <a:buChar char="🞚"/>
              <a:defRPr/>
            </a:lvl2pPr>
            <a:lvl3pPr marL="1371600" lvl="2" indent="-279400" algn="l">
              <a:spcBef>
                <a:spcPts val="500"/>
              </a:spcBef>
              <a:spcAft>
                <a:spcPts val="0"/>
              </a:spcAft>
              <a:buSzPts val="800"/>
              <a:buChar char="◈"/>
              <a:defRPr/>
            </a:lvl3pPr>
            <a:lvl4pPr marL="1828800" lvl="3" indent="-279400" algn="l">
              <a:spcBef>
                <a:spcPts val="500"/>
              </a:spcBef>
              <a:spcAft>
                <a:spcPts val="0"/>
              </a:spcAft>
              <a:buSzPts val="800"/>
              <a:buChar char="🞚"/>
              <a:defRPr/>
            </a:lvl4pPr>
            <a:lvl5pPr marL="2286000" lvl="4" indent="-279400" algn="l">
              <a:spcBef>
                <a:spcPts val="500"/>
              </a:spcBef>
              <a:spcAft>
                <a:spcPts val="0"/>
              </a:spcAft>
              <a:buSzPts val="800"/>
              <a:buChar char="◈"/>
              <a:defRPr/>
            </a:lvl5pPr>
            <a:lvl6pPr marL="2743200" lvl="5" indent="-279400" algn="l">
              <a:spcBef>
                <a:spcPts val="500"/>
              </a:spcBef>
              <a:spcAft>
                <a:spcPts val="0"/>
              </a:spcAft>
              <a:buSzPts val="800"/>
              <a:buChar char="◈"/>
              <a:defRPr/>
            </a:lvl6pPr>
            <a:lvl7pPr marL="3200400" lvl="6" indent="-279400" algn="l">
              <a:spcBef>
                <a:spcPts val="500"/>
              </a:spcBef>
              <a:spcAft>
                <a:spcPts val="0"/>
              </a:spcAft>
              <a:buSzPts val="800"/>
              <a:buChar char="◈"/>
              <a:defRPr/>
            </a:lvl7pPr>
            <a:lvl8pPr marL="3657600" lvl="7" indent="-279400" algn="l">
              <a:spcBef>
                <a:spcPts val="500"/>
              </a:spcBef>
              <a:spcAft>
                <a:spcPts val="0"/>
              </a:spcAft>
              <a:buSzPts val="800"/>
              <a:buChar char="◈"/>
              <a:defRPr/>
            </a:lvl8pPr>
            <a:lvl9pPr marL="4114800" lvl="8" indent="-279400" algn="l">
              <a:spcBef>
                <a:spcPts val="500"/>
              </a:spcBef>
              <a:spcAft>
                <a:spcPts val="500"/>
              </a:spcAft>
              <a:buSzPts val="800"/>
              <a:buChar char="◈"/>
              <a:defRPr/>
            </a:lvl9pPr>
          </a:lstStyle>
          <a:p>
            <a:endParaRPr/>
          </a:p>
        </p:txBody>
      </p:sp>
      <p:sp>
        <p:nvSpPr>
          <p:cNvPr id="197" name="Google Shape;197;p51"/>
          <p:cNvSpPr txBox="1">
            <a:spLocks noGrp="1"/>
          </p:cNvSpPr>
          <p:nvPr>
            <p:ph type="body" idx="2"/>
          </p:nvPr>
        </p:nvSpPr>
        <p:spPr>
          <a:xfrm>
            <a:off x="685347" y="1823639"/>
            <a:ext cx="2780167" cy="251976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57150" tIns="28575" rIns="57150" bIns="28575" anchor="t" anchorCtr="0">
            <a:normAutofit/>
          </a:bodyPr>
          <a:lstStyle>
            <a:lvl1pPr marL="457200" lvl="0" indent="-228600" algn="ctr">
              <a:spcBef>
                <a:spcPts val="200"/>
              </a:spcBef>
              <a:spcAft>
                <a:spcPts val="0"/>
              </a:spcAft>
              <a:buSzPts val="800"/>
              <a:buNone/>
              <a:defRPr sz="1200"/>
            </a:lvl1pPr>
            <a:lvl2pPr marL="914400" lvl="1" indent="-228600" algn="l">
              <a:spcBef>
                <a:spcPts val="500"/>
              </a:spcBef>
              <a:spcAft>
                <a:spcPts val="0"/>
              </a:spcAft>
              <a:buSzPts val="600"/>
              <a:buNone/>
              <a:defRPr sz="900"/>
            </a:lvl2pPr>
            <a:lvl3pPr marL="1371600" lvl="2" indent="-228600" algn="l">
              <a:spcBef>
                <a:spcPts val="500"/>
              </a:spcBef>
              <a:spcAft>
                <a:spcPts val="0"/>
              </a:spcAft>
              <a:buSzPts val="500"/>
              <a:buNone/>
              <a:defRPr sz="800"/>
            </a:lvl3pPr>
            <a:lvl4pPr marL="1828800" lvl="3" indent="-228600" algn="l">
              <a:spcBef>
                <a:spcPts val="500"/>
              </a:spcBef>
              <a:spcAft>
                <a:spcPts val="0"/>
              </a:spcAft>
              <a:buSzPts val="500"/>
              <a:buNone/>
              <a:defRPr sz="700"/>
            </a:lvl4pPr>
            <a:lvl5pPr marL="2286000" lvl="4" indent="-228600" algn="l">
              <a:spcBef>
                <a:spcPts val="500"/>
              </a:spcBef>
              <a:spcAft>
                <a:spcPts val="0"/>
              </a:spcAft>
              <a:buSzPts val="500"/>
              <a:buNone/>
              <a:defRPr sz="700"/>
            </a:lvl5pPr>
            <a:lvl6pPr marL="2743200" lvl="5" indent="-228600" algn="l">
              <a:spcBef>
                <a:spcPts val="500"/>
              </a:spcBef>
              <a:spcAft>
                <a:spcPts val="0"/>
              </a:spcAft>
              <a:buSzPts val="500"/>
              <a:buNone/>
              <a:defRPr sz="700"/>
            </a:lvl6pPr>
            <a:lvl7pPr marL="3200400" lvl="6" indent="-228600" algn="l">
              <a:spcBef>
                <a:spcPts val="500"/>
              </a:spcBef>
              <a:spcAft>
                <a:spcPts val="0"/>
              </a:spcAft>
              <a:buSzPts val="500"/>
              <a:buNone/>
              <a:defRPr sz="700"/>
            </a:lvl7pPr>
            <a:lvl8pPr marL="3657600" lvl="7" indent="-228600" algn="l">
              <a:spcBef>
                <a:spcPts val="500"/>
              </a:spcBef>
              <a:spcAft>
                <a:spcPts val="0"/>
              </a:spcAft>
              <a:buSzPts val="500"/>
              <a:buNone/>
              <a:defRPr sz="700"/>
            </a:lvl8pPr>
            <a:lvl9pPr marL="4114800" lvl="8" indent="-228600" algn="l">
              <a:spcBef>
                <a:spcPts val="500"/>
              </a:spcBef>
              <a:spcAft>
                <a:spcPts val="500"/>
              </a:spcAft>
              <a:buSzPts val="500"/>
              <a:buNone/>
              <a:defRPr sz="700"/>
            </a:lvl9pPr>
          </a:lstStyle>
          <a:p>
            <a:endParaRPr/>
          </a:p>
        </p:txBody>
      </p:sp>
      <p:sp>
        <p:nvSpPr>
          <p:cNvPr id="198" name="Google Shape;198;p51"/>
          <p:cNvSpPr txBox="1">
            <a:spLocks noGrp="1"/>
          </p:cNvSpPr>
          <p:nvPr>
            <p:ph type="dt" idx="10"/>
          </p:nvPr>
        </p:nvSpPr>
        <p:spPr>
          <a:xfrm>
            <a:off x="5759052" y="44124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51"/>
          <p:cNvSpPr txBox="1">
            <a:spLocks noGrp="1"/>
          </p:cNvSpPr>
          <p:nvPr>
            <p:ph type="ftr" idx="11"/>
          </p:nvPr>
        </p:nvSpPr>
        <p:spPr>
          <a:xfrm>
            <a:off x="685347" y="4412457"/>
            <a:ext cx="500464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51"/>
          <p:cNvSpPr txBox="1">
            <a:spLocks noGrp="1"/>
          </p:cNvSpPr>
          <p:nvPr>
            <p:ph type="sldNum" idx="12"/>
          </p:nvPr>
        </p:nvSpPr>
        <p:spPr>
          <a:xfrm>
            <a:off x="7885509" y="4412457"/>
            <a:ext cx="56515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52" descr="Slate-V2-HD-vertPhotoInset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470249" y="457200"/>
            <a:ext cx="2688124" cy="3903624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52"/>
          <p:cNvSpPr txBox="1">
            <a:spLocks noGrp="1"/>
          </p:cNvSpPr>
          <p:nvPr>
            <p:ph type="title"/>
          </p:nvPr>
        </p:nvSpPr>
        <p:spPr>
          <a:xfrm>
            <a:off x="685347" y="457442"/>
            <a:ext cx="4451212" cy="1372004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57150" tIns="28575" rIns="57150" bIns="2857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Lustria"/>
              <a:buNone/>
              <a:defRPr sz="24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52"/>
          <p:cNvSpPr>
            <a:spLocks noGrp="1"/>
          </p:cNvSpPr>
          <p:nvPr>
            <p:ph type="pic" idx="2"/>
          </p:nvPr>
        </p:nvSpPr>
        <p:spPr>
          <a:xfrm>
            <a:off x="5581914" y="572777"/>
            <a:ext cx="2456813" cy="3684616"/>
          </a:xfrm>
          <a:prstGeom prst="rect">
            <a:avLst/>
          </a:prstGeom>
          <a:noFill/>
          <a:ln>
            <a:noFill/>
          </a:ln>
          <a:effectLst>
            <a:outerShdw blurRad="38100" dist="25400" dir="4440000">
              <a:srgbClr val="000000">
                <a:alpha val="35686"/>
              </a:srgbClr>
            </a:outerShdw>
          </a:effectLst>
        </p:spPr>
      </p:sp>
      <p:sp>
        <p:nvSpPr>
          <p:cNvPr id="205" name="Google Shape;205;p52"/>
          <p:cNvSpPr txBox="1">
            <a:spLocks noGrp="1"/>
          </p:cNvSpPr>
          <p:nvPr>
            <p:ph type="body" idx="1"/>
          </p:nvPr>
        </p:nvSpPr>
        <p:spPr>
          <a:xfrm>
            <a:off x="685347" y="1829446"/>
            <a:ext cx="4451212" cy="253210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57150" tIns="28575" rIns="57150" bIns="28575" anchor="t" anchorCtr="0">
            <a:normAutofit/>
          </a:bodyPr>
          <a:lstStyle>
            <a:lvl1pPr marL="457200" lvl="0" indent="-228600" algn="ctr">
              <a:spcBef>
                <a:spcPts val="200"/>
              </a:spcBef>
              <a:spcAft>
                <a:spcPts val="0"/>
              </a:spcAft>
              <a:buSzPts val="800"/>
              <a:buNone/>
              <a:defRPr sz="1200"/>
            </a:lvl1pPr>
            <a:lvl2pPr marL="914400" lvl="1" indent="-228600" algn="l">
              <a:spcBef>
                <a:spcPts val="500"/>
              </a:spcBef>
              <a:spcAft>
                <a:spcPts val="0"/>
              </a:spcAft>
              <a:buSzPts val="600"/>
              <a:buNone/>
              <a:defRPr sz="900"/>
            </a:lvl2pPr>
            <a:lvl3pPr marL="1371600" lvl="2" indent="-228600" algn="l">
              <a:spcBef>
                <a:spcPts val="500"/>
              </a:spcBef>
              <a:spcAft>
                <a:spcPts val="0"/>
              </a:spcAft>
              <a:buSzPts val="500"/>
              <a:buNone/>
              <a:defRPr sz="800"/>
            </a:lvl3pPr>
            <a:lvl4pPr marL="1828800" lvl="3" indent="-228600" algn="l">
              <a:spcBef>
                <a:spcPts val="500"/>
              </a:spcBef>
              <a:spcAft>
                <a:spcPts val="0"/>
              </a:spcAft>
              <a:buSzPts val="500"/>
              <a:buNone/>
              <a:defRPr sz="700"/>
            </a:lvl4pPr>
            <a:lvl5pPr marL="2286000" lvl="4" indent="-228600" algn="l">
              <a:spcBef>
                <a:spcPts val="500"/>
              </a:spcBef>
              <a:spcAft>
                <a:spcPts val="0"/>
              </a:spcAft>
              <a:buSzPts val="500"/>
              <a:buNone/>
              <a:defRPr sz="700"/>
            </a:lvl5pPr>
            <a:lvl6pPr marL="2743200" lvl="5" indent="-228600" algn="l">
              <a:spcBef>
                <a:spcPts val="500"/>
              </a:spcBef>
              <a:spcAft>
                <a:spcPts val="0"/>
              </a:spcAft>
              <a:buSzPts val="500"/>
              <a:buNone/>
              <a:defRPr sz="700"/>
            </a:lvl6pPr>
            <a:lvl7pPr marL="3200400" lvl="6" indent="-228600" algn="l">
              <a:spcBef>
                <a:spcPts val="500"/>
              </a:spcBef>
              <a:spcAft>
                <a:spcPts val="0"/>
              </a:spcAft>
              <a:buSzPts val="500"/>
              <a:buNone/>
              <a:defRPr sz="700"/>
            </a:lvl7pPr>
            <a:lvl8pPr marL="3657600" lvl="7" indent="-228600" algn="l">
              <a:spcBef>
                <a:spcPts val="500"/>
              </a:spcBef>
              <a:spcAft>
                <a:spcPts val="0"/>
              </a:spcAft>
              <a:buSzPts val="500"/>
              <a:buNone/>
              <a:defRPr sz="700"/>
            </a:lvl8pPr>
            <a:lvl9pPr marL="4114800" lvl="8" indent="-228600" algn="l">
              <a:spcBef>
                <a:spcPts val="500"/>
              </a:spcBef>
              <a:spcAft>
                <a:spcPts val="500"/>
              </a:spcAft>
              <a:buSzPts val="500"/>
              <a:buNone/>
              <a:defRPr sz="700"/>
            </a:lvl9pPr>
          </a:lstStyle>
          <a:p>
            <a:endParaRPr/>
          </a:p>
        </p:txBody>
      </p:sp>
      <p:sp>
        <p:nvSpPr>
          <p:cNvPr id="206" name="Google Shape;206;p52"/>
          <p:cNvSpPr txBox="1">
            <a:spLocks noGrp="1"/>
          </p:cNvSpPr>
          <p:nvPr>
            <p:ph type="dt" idx="10"/>
          </p:nvPr>
        </p:nvSpPr>
        <p:spPr>
          <a:xfrm>
            <a:off x="5759052" y="44124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52"/>
          <p:cNvSpPr txBox="1">
            <a:spLocks noGrp="1"/>
          </p:cNvSpPr>
          <p:nvPr>
            <p:ph type="ftr" idx="11"/>
          </p:nvPr>
        </p:nvSpPr>
        <p:spPr>
          <a:xfrm>
            <a:off x="685347" y="4412457"/>
            <a:ext cx="500464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52"/>
          <p:cNvSpPr txBox="1">
            <a:spLocks noGrp="1"/>
          </p:cNvSpPr>
          <p:nvPr>
            <p:ph type="sldNum" idx="12"/>
          </p:nvPr>
        </p:nvSpPr>
        <p:spPr>
          <a:xfrm>
            <a:off x="7885509" y="4412457"/>
            <a:ext cx="56515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noramic Picture with Caption">
  <p:cSld name="Panoramic Picture with Caption"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53" descr="Slate-V2-HD-panoPhotoInset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60413" y="410856"/>
            <a:ext cx="7606349" cy="2862604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53"/>
          <p:cNvSpPr txBox="1">
            <a:spLocks noGrp="1"/>
          </p:cNvSpPr>
          <p:nvPr>
            <p:ph type="title"/>
          </p:nvPr>
        </p:nvSpPr>
        <p:spPr>
          <a:xfrm>
            <a:off x="685354" y="3423941"/>
            <a:ext cx="7766494" cy="407604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57150" tIns="28575" rIns="57150" bIns="2857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Lustria"/>
              <a:buNone/>
              <a:defRPr sz="2100"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53"/>
          <p:cNvSpPr>
            <a:spLocks noGrp="1"/>
          </p:cNvSpPr>
          <p:nvPr>
            <p:ph type="pic" idx="2"/>
          </p:nvPr>
        </p:nvSpPr>
        <p:spPr>
          <a:xfrm>
            <a:off x="877012" y="521258"/>
            <a:ext cx="7384009" cy="2644253"/>
          </a:xfrm>
          <a:prstGeom prst="rect">
            <a:avLst/>
          </a:prstGeom>
          <a:noFill/>
          <a:ln>
            <a:noFill/>
          </a:ln>
          <a:effectLst>
            <a:outerShdw blurRad="38100" dist="25400" dir="4440000">
              <a:srgbClr val="000000">
                <a:alpha val="35686"/>
              </a:srgbClr>
            </a:outerShdw>
          </a:effectLst>
        </p:spPr>
      </p:sp>
      <p:sp>
        <p:nvSpPr>
          <p:cNvPr id="213" name="Google Shape;213;p53"/>
          <p:cNvSpPr txBox="1">
            <a:spLocks noGrp="1"/>
          </p:cNvSpPr>
          <p:nvPr>
            <p:ph type="body" idx="1"/>
          </p:nvPr>
        </p:nvSpPr>
        <p:spPr>
          <a:xfrm>
            <a:off x="685346" y="3831546"/>
            <a:ext cx="7765321" cy="511854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57150" tIns="28575" rIns="57150" bIns="28575" anchor="t" anchorCtr="0">
            <a:normAutofit/>
          </a:bodyPr>
          <a:lstStyle>
            <a:lvl1pPr marL="457200" lvl="0" indent="-228600" algn="ctr">
              <a:spcBef>
                <a:spcPts val="200"/>
              </a:spcBef>
              <a:spcAft>
                <a:spcPts val="0"/>
              </a:spcAft>
              <a:buSzPts val="800"/>
              <a:buNone/>
              <a:defRPr sz="1200"/>
            </a:lvl1pPr>
            <a:lvl2pPr marL="914400" lvl="1" indent="-228600" algn="l">
              <a:spcBef>
                <a:spcPts val="500"/>
              </a:spcBef>
              <a:spcAft>
                <a:spcPts val="0"/>
              </a:spcAft>
              <a:buSzPts val="700"/>
              <a:buNone/>
              <a:defRPr sz="1100"/>
            </a:lvl2pPr>
            <a:lvl3pPr marL="1371600" lvl="2" indent="-228600" algn="l">
              <a:spcBef>
                <a:spcPts val="500"/>
              </a:spcBef>
              <a:spcAft>
                <a:spcPts val="0"/>
              </a:spcAft>
              <a:buSzPts val="600"/>
              <a:buNone/>
              <a:defRPr sz="900"/>
            </a:lvl3pPr>
            <a:lvl4pPr marL="1828800" lvl="3" indent="-228600" algn="l">
              <a:spcBef>
                <a:spcPts val="500"/>
              </a:spcBef>
              <a:spcAft>
                <a:spcPts val="0"/>
              </a:spcAft>
              <a:buSzPts val="500"/>
              <a:buNone/>
              <a:defRPr sz="800"/>
            </a:lvl4pPr>
            <a:lvl5pPr marL="2286000" lvl="4" indent="-228600" algn="l">
              <a:spcBef>
                <a:spcPts val="500"/>
              </a:spcBef>
              <a:spcAft>
                <a:spcPts val="0"/>
              </a:spcAft>
              <a:buSzPts val="500"/>
              <a:buNone/>
              <a:defRPr sz="800"/>
            </a:lvl5pPr>
            <a:lvl6pPr marL="2743200" lvl="5" indent="-228600" algn="l">
              <a:spcBef>
                <a:spcPts val="500"/>
              </a:spcBef>
              <a:spcAft>
                <a:spcPts val="0"/>
              </a:spcAft>
              <a:buSzPts val="500"/>
              <a:buNone/>
              <a:defRPr sz="800"/>
            </a:lvl6pPr>
            <a:lvl7pPr marL="3200400" lvl="6" indent="-228600" algn="l">
              <a:spcBef>
                <a:spcPts val="500"/>
              </a:spcBef>
              <a:spcAft>
                <a:spcPts val="0"/>
              </a:spcAft>
              <a:buSzPts val="500"/>
              <a:buNone/>
              <a:defRPr sz="800"/>
            </a:lvl7pPr>
            <a:lvl8pPr marL="3657600" lvl="7" indent="-228600" algn="l">
              <a:spcBef>
                <a:spcPts val="500"/>
              </a:spcBef>
              <a:spcAft>
                <a:spcPts val="0"/>
              </a:spcAft>
              <a:buSzPts val="500"/>
              <a:buNone/>
              <a:defRPr sz="800"/>
            </a:lvl8pPr>
            <a:lvl9pPr marL="4114800" lvl="8" indent="-228600" algn="l">
              <a:spcBef>
                <a:spcPts val="500"/>
              </a:spcBef>
              <a:spcAft>
                <a:spcPts val="500"/>
              </a:spcAft>
              <a:buSzPts val="500"/>
              <a:buNone/>
              <a:defRPr sz="800"/>
            </a:lvl9pPr>
          </a:lstStyle>
          <a:p>
            <a:endParaRPr/>
          </a:p>
        </p:txBody>
      </p:sp>
      <p:sp>
        <p:nvSpPr>
          <p:cNvPr id="214" name="Google Shape;214;p53"/>
          <p:cNvSpPr txBox="1">
            <a:spLocks noGrp="1"/>
          </p:cNvSpPr>
          <p:nvPr>
            <p:ph type="dt" idx="10"/>
          </p:nvPr>
        </p:nvSpPr>
        <p:spPr>
          <a:xfrm>
            <a:off x="5759052" y="44124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53"/>
          <p:cNvSpPr txBox="1">
            <a:spLocks noGrp="1"/>
          </p:cNvSpPr>
          <p:nvPr>
            <p:ph type="ftr" idx="11"/>
          </p:nvPr>
        </p:nvSpPr>
        <p:spPr>
          <a:xfrm>
            <a:off x="685347" y="4412457"/>
            <a:ext cx="500464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216" name="Google Shape;216;p53"/>
          <p:cNvSpPr txBox="1">
            <a:spLocks noGrp="1"/>
          </p:cNvSpPr>
          <p:nvPr>
            <p:ph type="sldNum" idx="12"/>
          </p:nvPr>
        </p:nvSpPr>
        <p:spPr>
          <a:xfrm>
            <a:off x="7885509" y="4412457"/>
            <a:ext cx="56515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aption">
  <p:cSld name="Title and Caption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54"/>
          <p:cNvSpPr txBox="1">
            <a:spLocks noGrp="1"/>
          </p:cNvSpPr>
          <p:nvPr>
            <p:ph type="title"/>
          </p:nvPr>
        </p:nvSpPr>
        <p:spPr>
          <a:xfrm>
            <a:off x="685346" y="456327"/>
            <a:ext cx="7765321" cy="2650758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57150" tIns="28575" rIns="57150" bIns="285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Lustria"/>
              <a:buNone/>
              <a:defRPr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54"/>
          <p:cNvSpPr txBox="1">
            <a:spLocks noGrp="1"/>
          </p:cNvSpPr>
          <p:nvPr>
            <p:ph type="body" idx="1"/>
          </p:nvPr>
        </p:nvSpPr>
        <p:spPr>
          <a:xfrm>
            <a:off x="685346" y="3221385"/>
            <a:ext cx="7765323" cy="112636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57150" tIns="28575" rIns="57150" bIns="28575" anchor="ctr" anchorCtr="0">
            <a:normAutofit/>
          </a:bodyPr>
          <a:lstStyle>
            <a:lvl1pPr marL="457200" lvl="0" indent="-228600" algn="ctr">
              <a:spcBef>
                <a:spcPts val="200"/>
              </a:spcBef>
              <a:spcAft>
                <a:spcPts val="0"/>
              </a:spcAft>
              <a:buSzPts val="800"/>
              <a:buNone/>
              <a:defRPr sz="1200"/>
            </a:lvl1pPr>
            <a:lvl2pPr marL="914400" lvl="1" indent="-228600" algn="l">
              <a:spcBef>
                <a:spcPts val="500"/>
              </a:spcBef>
              <a:spcAft>
                <a:spcPts val="0"/>
              </a:spcAft>
              <a:buSzPts val="700"/>
              <a:buNone/>
              <a:defRPr sz="1100"/>
            </a:lvl2pPr>
            <a:lvl3pPr marL="1371600" lvl="2" indent="-228600" algn="l">
              <a:spcBef>
                <a:spcPts val="500"/>
              </a:spcBef>
              <a:spcAft>
                <a:spcPts val="0"/>
              </a:spcAft>
              <a:buSzPts val="600"/>
              <a:buNone/>
              <a:defRPr sz="900"/>
            </a:lvl3pPr>
            <a:lvl4pPr marL="1828800" lvl="3" indent="-228600" algn="l">
              <a:spcBef>
                <a:spcPts val="500"/>
              </a:spcBef>
              <a:spcAft>
                <a:spcPts val="0"/>
              </a:spcAft>
              <a:buSzPts val="500"/>
              <a:buNone/>
              <a:defRPr sz="800"/>
            </a:lvl4pPr>
            <a:lvl5pPr marL="2286000" lvl="4" indent="-228600" algn="l">
              <a:spcBef>
                <a:spcPts val="500"/>
              </a:spcBef>
              <a:spcAft>
                <a:spcPts val="0"/>
              </a:spcAft>
              <a:buSzPts val="500"/>
              <a:buNone/>
              <a:defRPr sz="800"/>
            </a:lvl5pPr>
            <a:lvl6pPr marL="2743200" lvl="5" indent="-228600" algn="l">
              <a:spcBef>
                <a:spcPts val="500"/>
              </a:spcBef>
              <a:spcAft>
                <a:spcPts val="0"/>
              </a:spcAft>
              <a:buSzPts val="500"/>
              <a:buNone/>
              <a:defRPr sz="800"/>
            </a:lvl6pPr>
            <a:lvl7pPr marL="3200400" lvl="6" indent="-228600" algn="l">
              <a:spcBef>
                <a:spcPts val="500"/>
              </a:spcBef>
              <a:spcAft>
                <a:spcPts val="0"/>
              </a:spcAft>
              <a:buSzPts val="500"/>
              <a:buNone/>
              <a:defRPr sz="800"/>
            </a:lvl7pPr>
            <a:lvl8pPr marL="3657600" lvl="7" indent="-228600" algn="l">
              <a:spcBef>
                <a:spcPts val="500"/>
              </a:spcBef>
              <a:spcAft>
                <a:spcPts val="0"/>
              </a:spcAft>
              <a:buSzPts val="500"/>
              <a:buNone/>
              <a:defRPr sz="800"/>
            </a:lvl8pPr>
            <a:lvl9pPr marL="4114800" lvl="8" indent="-228600" algn="l">
              <a:spcBef>
                <a:spcPts val="500"/>
              </a:spcBef>
              <a:spcAft>
                <a:spcPts val="500"/>
              </a:spcAft>
              <a:buSzPts val="500"/>
              <a:buNone/>
              <a:defRPr sz="800"/>
            </a:lvl9pPr>
          </a:lstStyle>
          <a:p>
            <a:endParaRPr/>
          </a:p>
        </p:txBody>
      </p:sp>
      <p:sp>
        <p:nvSpPr>
          <p:cNvPr id="220" name="Google Shape;220;p54"/>
          <p:cNvSpPr txBox="1">
            <a:spLocks noGrp="1"/>
          </p:cNvSpPr>
          <p:nvPr>
            <p:ph type="dt" idx="10"/>
          </p:nvPr>
        </p:nvSpPr>
        <p:spPr>
          <a:xfrm>
            <a:off x="5759052" y="44124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221" name="Google Shape;221;p54"/>
          <p:cNvSpPr txBox="1">
            <a:spLocks noGrp="1"/>
          </p:cNvSpPr>
          <p:nvPr>
            <p:ph type="ftr" idx="11"/>
          </p:nvPr>
        </p:nvSpPr>
        <p:spPr>
          <a:xfrm>
            <a:off x="685347" y="4412457"/>
            <a:ext cx="500464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p54"/>
          <p:cNvSpPr txBox="1">
            <a:spLocks noGrp="1"/>
          </p:cNvSpPr>
          <p:nvPr>
            <p:ph type="sldNum" idx="12"/>
          </p:nvPr>
        </p:nvSpPr>
        <p:spPr>
          <a:xfrm>
            <a:off x="7885509" y="4412457"/>
            <a:ext cx="56515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with Caption">
  <p:cSld name="Quote with Caption"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55"/>
          <p:cNvSpPr txBox="1">
            <a:spLocks noGrp="1"/>
          </p:cNvSpPr>
          <p:nvPr>
            <p:ph type="title"/>
          </p:nvPr>
        </p:nvSpPr>
        <p:spPr>
          <a:xfrm>
            <a:off x="1084659" y="457200"/>
            <a:ext cx="6977064" cy="2244678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57150" tIns="28575" rIns="57150" bIns="285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Lustria"/>
              <a:buNone/>
              <a:defRPr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225" name="Google Shape;225;p55"/>
          <p:cNvSpPr txBox="1">
            <a:spLocks noGrp="1"/>
          </p:cNvSpPr>
          <p:nvPr>
            <p:ph type="body" idx="1"/>
          </p:nvPr>
        </p:nvSpPr>
        <p:spPr>
          <a:xfrm>
            <a:off x="1290483" y="2707524"/>
            <a:ext cx="6564224" cy="39956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57150" tIns="28575" rIns="57150" bIns="28575" anchor="t" anchorCtr="0">
            <a:normAutofit/>
          </a:bodyPr>
          <a:lstStyle>
            <a:lvl1pPr marL="457200" lvl="0" indent="-228600" algn="r">
              <a:spcBef>
                <a:spcPts val="200"/>
              </a:spcBef>
              <a:spcAft>
                <a:spcPts val="0"/>
              </a:spcAft>
              <a:buSzPts val="700"/>
              <a:buNone/>
              <a:defRPr sz="1100"/>
            </a:lvl1pPr>
            <a:lvl2pPr marL="914400" lvl="1" indent="-228600" algn="l">
              <a:spcBef>
                <a:spcPts val="500"/>
              </a:spcBef>
              <a:spcAft>
                <a:spcPts val="0"/>
              </a:spcAft>
              <a:buSzPts val="700"/>
              <a:buNone/>
              <a:defRPr sz="1100"/>
            </a:lvl2pPr>
            <a:lvl3pPr marL="1371600" lvl="2" indent="-228600" algn="l">
              <a:spcBef>
                <a:spcPts val="500"/>
              </a:spcBef>
              <a:spcAft>
                <a:spcPts val="0"/>
              </a:spcAft>
              <a:buSzPts val="600"/>
              <a:buNone/>
              <a:defRPr sz="900"/>
            </a:lvl3pPr>
            <a:lvl4pPr marL="1828800" lvl="3" indent="-228600" algn="l">
              <a:spcBef>
                <a:spcPts val="500"/>
              </a:spcBef>
              <a:spcAft>
                <a:spcPts val="0"/>
              </a:spcAft>
              <a:buSzPts val="500"/>
              <a:buNone/>
              <a:defRPr sz="800"/>
            </a:lvl4pPr>
            <a:lvl5pPr marL="2286000" lvl="4" indent="-228600" algn="l">
              <a:spcBef>
                <a:spcPts val="500"/>
              </a:spcBef>
              <a:spcAft>
                <a:spcPts val="0"/>
              </a:spcAft>
              <a:buSzPts val="500"/>
              <a:buNone/>
              <a:defRPr sz="800"/>
            </a:lvl5pPr>
            <a:lvl6pPr marL="2743200" lvl="5" indent="-228600" algn="l">
              <a:spcBef>
                <a:spcPts val="500"/>
              </a:spcBef>
              <a:spcAft>
                <a:spcPts val="0"/>
              </a:spcAft>
              <a:buSzPts val="500"/>
              <a:buNone/>
              <a:defRPr sz="800"/>
            </a:lvl6pPr>
            <a:lvl7pPr marL="3200400" lvl="6" indent="-228600" algn="l">
              <a:spcBef>
                <a:spcPts val="500"/>
              </a:spcBef>
              <a:spcAft>
                <a:spcPts val="0"/>
              </a:spcAft>
              <a:buSzPts val="500"/>
              <a:buNone/>
              <a:defRPr sz="800"/>
            </a:lvl7pPr>
            <a:lvl8pPr marL="3657600" lvl="7" indent="-228600" algn="l">
              <a:spcBef>
                <a:spcPts val="500"/>
              </a:spcBef>
              <a:spcAft>
                <a:spcPts val="0"/>
              </a:spcAft>
              <a:buSzPts val="500"/>
              <a:buNone/>
              <a:defRPr sz="800"/>
            </a:lvl8pPr>
            <a:lvl9pPr marL="4114800" lvl="8" indent="-228600" algn="l">
              <a:spcBef>
                <a:spcPts val="500"/>
              </a:spcBef>
              <a:spcAft>
                <a:spcPts val="500"/>
              </a:spcAft>
              <a:buSzPts val="500"/>
              <a:buNone/>
              <a:defRPr sz="800"/>
            </a:lvl9pPr>
          </a:lstStyle>
          <a:p>
            <a:endParaRPr/>
          </a:p>
        </p:txBody>
      </p:sp>
      <p:sp>
        <p:nvSpPr>
          <p:cNvPr id="226" name="Google Shape;226;p55"/>
          <p:cNvSpPr txBox="1">
            <a:spLocks noGrp="1"/>
          </p:cNvSpPr>
          <p:nvPr>
            <p:ph type="body" idx="2"/>
          </p:nvPr>
        </p:nvSpPr>
        <p:spPr>
          <a:xfrm>
            <a:off x="685346" y="3228265"/>
            <a:ext cx="7765323" cy="111712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57150" tIns="28575" rIns="57150" bIns="28575" anchor="ctr" anchorCtr="0">
            <a:normAutofit/>
          </a:bodyPr>
          <a:lstStyle>
            <a:lvl1pPr marL="457200" lvl="0" indent="-228600" algn="ctr">
              <a:spcBef>
                <a:spcPts val="200"/>
              </a:spcBef>
              <a:spcAft>
                <a:spcPts val="0"/>
              </a:spcAft>
              <a:buSzPts val="800"/>
              <a:buNone/>
              <a:defRPr sz="1200"/>
            </a:lvl1pPr>
            <a:lvl2pPr marL="914400" lvl="1" indent="-228600" algn="l">
              <a:spcBef>
                <a:spcPts val="500"/>
              </a:spcBef>
              <a:spcAft>
                <a:spcPts val="0"/>
              </a:spcAft>
              <a:buSzPts val="700"/>
              <a:buNone/>
              <a:defRPr sz="1100"/>
            </a:lvl2pPr>
            <a:lvl3pPr marL="1371600" lvl="2" indent="-228600" algn="l">
              <a:spcBef>
                <a:spcPts val="500"/>
              </a:spcBef>
              <a:spcAft>
                <a:spcPts val="0"/>
              </a:spcAft>
              <a:buSzPts val="600"/>
              <a:buNone/>
              <a:defRPr sz="900"/>
            </a:lvl3pPr>
            <a:lvl4pPr marL="1828800" lvl="3" indent="-228600" algn="l">
              <a:spcBef>
                <a:spcPts val="500"/>
              </a:spcBef>
              <a:spcAft>
                <a:spcPts val="0"/>
              </a:spcAft>
              <a:buSzPts val="500"/>
              <a:buNone/>
              <a:defRPr sz="800"/>
            </a:lvl4pPr>
            <a:lvl5pPr marL="2286000" lvl="4" indent="-228600" algn="l">
              <a:spcBef>
                <a:spcPts val="500"/>
              </a:spcBef>
              <a:spcAft>
                <a:spcPts val="0"/>
              </a:spcAft>
              <a:buSzPts val="500"/>
              <a:buNone/>
              <a:defRPr sz="800"/>
            </a:lvl5pPr>
            <a:lvl6pPr marL="2743200" lvl="5" indent="-228600" algn="l">
              <a:spcBef>
                <a:spcPts val="500"/>
              </a:spcBef>
              <a:spcAft>
                <a:spcPts val="0"/>
              </a:spcAft>
              <a:buSzPts val="500"/>
              <a:buNone/>
              <a:defRPr sz="800"/>
            </a:lvl6pPr>
            <a:lvl7pPr marL="3200400" lvl="6" indent="-228600" algn="l">
              <a:spcBef>
                <a:spcPts val="500"/>
              </a:spcBef>
              <a:spcAft>
                <a:spcPts val="0"/>
              </a:spcAft>
              <a:buSzPts val="500"/>
              <a:buNone/>
              <a:defRPr sz="800"/>
            </a:lvl7pPr>
            <a:lvl8pPr marL="3657600" lvl="7" indent="-228600" algn="l">
              <a:spcBef>
                <a:spcPts val="500"/>
              </a:spcBef>
              <a:spcAft>
                <a:spcPts val="0"/>
              </a:spcAft>
              <a:buSzPts val="500"/>
              <a:buNone/>
              <a:defRPr sz="800"/>
            </a:lvl8pPr>
            <a:lvl9pPr marL="4114800" lvl="8" indent="-228600" algn="l">
              <a:spcBef>
                <a:spcPts val="500"/>
              </a:spcBef>
              <a:spcAft>
                <a:spcPts val="500"/>
              </a:spcAft>
              <a:buSzPts val="500"/>
              <a:buNone/>
              <a:defRPr sz="800"/>
            </a:lvl9pPr>
          </a:lstStyle>
          <a:p>
            <a:endParaRPr/>
          </a:p>
        </p:txBody>
      </p:sp>
      <p:sp>
        <p:nvSpPr>
          <p:cNvPr id="227" name="Google Shape;227;p55"/>
          <p:cNvSpPr txBox="1">
            <a:spLocks noGrp="1"/>
          </p:cNvSpPr>
          <p:nvPr>
            <p:ph type="dt" idx="10"/>
          </p:nvPr>
        </p:nvSpPr>
        <p:spPr>
          <a:xfrm>
            <a:off x="5759052" y="44124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228" name="Google Shape;228;p55"/>
          <p:cNvSpPr txBox="1">
            <a:spLocks noGrp="1"/>
          </p:cNvSpPr>
          <p:nvPr>
            <p:ph type="ftr" idx="11"/>
          </p:nvPr>
        </p:nvSpPr>
        <p:spPr>
          <a:xfrm>
            <a:off x="685347" y="4412457"/>
            <a:ext cx="500464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p55"/>
          <p:cNvSpPr txBox="1">
            <a:spLocks noGrp="1"/>
          </p:cNvSpPr>
          <p:nvPr>
            <p:ph type="sldNum" idx="12"/>
          </p:nvPr>
        </p:nvSpPr>
        <p:spPr>
          <a:xfrm>
            <a:off x="7885509" y="4412457"/>
            <a:ext cx="56515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0" name="Google Shape;230;p55"/>
          <p:cNvSpPr txBox="1"/>
          <p:nvPr/>
        </p:nvSpPr>
        <p:spPr>
          <a:xfrm>
            <a:off x="742950" y="663597"/>
            <a:ext cx="45720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Lustria"/>
              <a:buNone/>
            </a:pPr>
            <a:r>
              <a:rPr lang="en" sz="6000" b="0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“</a:t>
            </a:r>
            <a:endParaRPr sz="900"/>
          </a:p>
        </p:txBody>
      </p:sp>
      <p:sp>
        <p:nvSpPr>
          <p:cNvPr id="231" name="Google Shape;231;p55"/>
          <p:cNvSpPr txBox="1"/>
          <p:nvPr/>
        </p:nvSpPr>
        <p:spPr>
          <a:xfrm>
            <a:off x="7878537" y="2196194"/>
            <a:ext cx="45720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Lustria"/>
              <a:buNone/>
            </a:pPr>
            <a:r>
              <a:rPr lang="en" sz="6000" b="0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”</a:t>
            </a:r>
            <a:endParaRPr sz="900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me Card">
  <p:cSld name="Name Card"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56"/>
          <p:cNvSpPr txBox="1">
            <a:spLocks noGrp="1"/>
          </p:cNvSpPr>
          <p:nvPr>
            <p:ph type="title"/>
          </p:nvPr>
        </p:nvSpPr>
        <p:spPr>
          <a:xfrm>
            <a:off x="685346" y="1595207"/>
            <a:ext cx="7765323" cy="1883876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57150" tIns="28575" rIns="57150" bIns="2857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Lustria"/>
              <a:buNone/>
              <a:defRPr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234" name="Google Shape;234;p56"/>
          <p:cNvSpPr txBox="1">
            <a:spLocks noGrp="1"/>
          </p:cNvSpPr>
          <p:nvPr>
            <p:ph type="body" idx="1"/>
          </p:nvPr>
        </p:nvSpPr>
        <p:spPr>
          <a:xfrm>
            <a:off x="685338" y="3487917"/>
            <a:ext cx="7764149" cy="855483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57150" tIns="28575" rIns="57150" bIns="28575" anchor="t" anchorCtr="0">
            <a:normAutofit/>
          </a:bodyPr>
          <a:lstStyle>
            <a:lvl1pPr marL="457200" lvl="0" indent="-228600" algn="ctr">
              <a:spcBef>
                <a:spcPts val="200"/>
              </a:spcBef>
              <a:spcAft>
                <a:spcPts val="0"/>
              </a:spcAft>
              <a:buSzPts val="800"/>
              <a:buNone/>
              <a:defRPr sz="1200"/>
            </a:lvl1pPr>
            <a:lvl2pPr marL="914400" lvl="1" indent="-228600" algn="l">
              <a:spcBef>
                <a:spcPts val="500"/>
              </a:spcBef>
              <a:spcAft>
                <a:spcPts val="0"/>
              </a:spcAft>
              <a:buSzPts val="700"/>
              <a:buNone/>
              <a:defRPr sz="1100"/>
            </a:lvl2pPr>
            <a:lvl3pPr marL="1371600" lvl="2" indent="-228600" algn="l">
              <a:spcBef>
                <a:spcPts val="500"/>
              </a:spcBef>
              <a:spcAft>
                <a:spcPts val="0"/>
              </a:spcAft>
              <a:buSzPts val="600"/>
              <a:buNone/>
              <a:defRPr sz="900"/>
            </a:lvl3pPr>
            <a:lvl4pPr marL="1828800" lvl="3" indent="-228600" algn="l">
              <a:spcBef>
                <a:spcPts val="500"/>
              </a:spcBef>
              <a:spcAft>
                <a:spcPts val="0"/>
              </a:spcAft>
              <a:buSzPts val="500"/>
              <a:buNone/>
              <a:defRPr sz="800"/>
            </a:lvl4pPr>
            <a:lvl5pPr marL="2286000" lvl="4" indent="-228600" algn="l">
              <a:spcBef>
                <a:spcPts val="500"/>
              </a:spcBef>
              <a:spcAft>
                <a:spcPts val="0"/>
              </a:spcAft>
              <a:buSzPts val="500"/>
              <a:buNone/>
              <a:defRPr sz="800"/>
            </a:lvl5pPr>
            <a:lvl6pPr marL="2743200" lvl="5" indent="-228600" algn="l">
              <a:spcBef>
                <a:spcPts val="500"/>
              </a:spcBef>
              <a:spcAft>
                <a:spcPts val="0"/>
              </a:spcAft>
              <a:buSzPts val="500"/>
              <a:buNone/>
              <a:defRPr sz="800"/>
            </a:lvl6pPr>
            <a:lvl7pPr marL="3200400" lvl="6" indent="-228600" algn="l">
              <a:spcBef>
                <a:spcPts val="500"/>
              </a:spcBef>
              <a:spcAft>
                <a:spcPts val="0"/>
              </a:spcAft>
              <a:buSzPts val="500"/>
              <a:buNone/>
              <a:defRPr sz="800"/>
            </a:lvl7pPr>
            <a:lvl8pPr marL="3657600" lvl="7" indent="-228600" algn="l">
              <a:spcBef>
                <a:spcPts val="500"/>
              </a:spcBef>
              <a:spcAft>
                <a:spcPts val="0"/>
              </a:spcAft>
              <a:buSzPts val="500"/>
              <a:buNone/>
              <a:defRPr sz="800"/>
            </a:lvl8pPr>
            <a:lvl9pPr marL="4114800" lvl="8" indent="-228600" algn="l">
              <a:spcBef>
                <a:spcPts val="500"/>
              </a:spcBef>
              <a:spcAft>
                <a:spcPts val="500"/>
              </a:spcAft>
              <a:buSzPts val="500"/>
              <a:buNone/>
              <a:defRPr sz="800"/>
            </a:lvl9pPr>
          </a:lstStyle>
          <a:p>
            <a:endParaRPr/>
          </a:p>
        </p:txBody>
      </p:sp>
      <p:sp>
        <p:nvSpPr>
          <p:cNvPr id="235" name="Google Shape;235;p56"/>
          <p:cNvSpPr txBox="1">
            <a:spLocks noGrp="1"/>
          </p:cNvSpPr>
          <p:nvPr>
            <p:ph type="dt" idx="10"/>
          </p:nvPr>
        </p:nvSpPr>
        <p:spPr>
          <a:xfrm>
            <a:off x="5759052" y="44124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236" name="Google Shape;236;p56"/>
          <p:cNvSpPr txBox="1">
            <a:spLocks noGrp="1"/>
          </p:cNvSpPr>
          <p:nvPr>
            <p:ph type="ftr" idx="11"/>
          </p:nvPr>
        </p:nvSpPr>
        <p:spPr>
          <a:xfrm>
            <a:off x="685347" y="4412457"/>
            <a:ext cx="500464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237" name="Google Shape;237;p56"/>
          <p:cNvSpPr txBox="1">
            <a:spLocks noGrp="1"/>
          </p:cNvSpPr>
          <p:nvPr>
            <p:ph type="sldNum" idx="12"/>
          </p:nvPr>
        </p:nvSpPr>
        <p:spPr>
          <a:xfrm>
            <a:off x="7885509" y="4412457"/>
            <a:ext cx="56515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umn">
  <p:cSld name="3 Column"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57"/>
          <p:cNvSpPr txBox="1">
            <a:spLocks noGrp="1"/>
          </p:cNvSpPr>
          <p:nvPr>
            <p:ph type="title"/>
          </p:nvPr>
        </p:nvSpPr>
        <p:spPr>
          <a:xfrm>
            <a:off x="685346" y="457200"/>
            <a:ext cx="7765321" cy="727838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57150" tIns="28575" rIns="57150" bIns="285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240" name="Google Shape;240;p57"/>
          <p:cNvSpPr txBox="1">
            <a:spLocks noGrp="1"/>
          </p:cNvSpPr>
          <p:nvPr>
            <p:ph type="body" idx="1"/>
          </p:nvPr>
        </p:nvSpPr>
        <p:spPr>
          <a:xfrm>
            <a:off x="685346" y="1414463"/>
            <a:ext cx="2475738" cy="432196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57150" tIns="28575" rIns="57150" bIns="28575" anchor="b" anchorCtr="0">
            <a:noAutofit/>
          </a:bodyPr>
          <a:lstStyle>
            <a:lvl1pPr marL="457200" lvl="0" indent="-228600" algn="ctr">
              <a:spcBef>
                <a:spcPts val="400"/>
              </a:spcBef>
              <a:spcAft>
                <a:spcPts val="0"/>
              </a:spcAft>
              <a:buSzPts val="1300"/>
              <a:buNone/>
              <a:defRPr sz="1800" b="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500"/>
              </a:spcBef>
              <a:spcAft>
                <a:spcPts val="0"/>
              </a:spcAft>
              <a:buSzPts val="1100"/>
              <a:buNone/>
              <a:defRPr sz="1500" b="1"/>
            </a:lvl2pPr>
            <a:lvl3pPr marL="1371600" lvl="2" indent="-228600" algn="l">
              <a:spcBef>
                <a:spcPts val="500"/>
              </a:spcBef>
              <a:spcAft>
                <a:spcPts val="0"/>
              </a:spcAft>
              <a:buSzPts val="900"/>
              <a:buNone/>
              <a:defRPr sz="1400" b="1"/>
            </a:lvl3pPr>
            <a:lvl4pPr marL="1828800" lvl="3" indent="-228600" algn="l">
              <a:spcBef>
                <a:spcPts val="500"/>
              </a:spcBef>
              <a:spcAft>
                <a:spcPts val="0"/>
              </a:spcAft>
              <a:buSzPts val="800"/>
              <a:buNone/>
              <a:defRPr sz="1200" b="1"/>
            </a:lvl4pPr>
            <a:lvl5pPr marL="2286000" lvl="4" indent="-228600" algn="l">
              <a:spcBef>
                <a:spcPts val="500"/>
              </a:spcBef>
              <a:spcAft>
                <a:spcPts val="0"/>
              </a:spcAft>
              <a:buSzPts val="800"/>
              <a:buNone/>
              <a:defRPr sz="1200" b="1"/>
            </a:lvl5pPr>
            <a:lvl6pPr marL="2743200" lvl="5" indent="-228600" algn="l">
              <a:spcBef>
                <a:spcPts val="500"/>
              </a:spcBef>
              <a:spcAft>
                <a:spcPts val="0"/>
              </a:spcAft>
              <a:buSzPts val="800"/>
              <a:buNone/>
              <a:defRPr sz="1200" b="1"/>
            </a:lvl6pPr>
            <a:lvl7pPr marL="3200400" lvl="6" indent="-228600" algn="l">
              <a:spcBef>
                <a:spcPts val="500"/>
              </a:spcBef>
              <a:spcAft>
                <a:spcPts val="0"/>
              </a:spcAft>
              <a:buSzPts val="800"/>
              <a:buNone/>
              <a:defRPr sz="1200" b="1"/>
            </a:lvl7pPr>
            <a:lvl8pPr marL="3657600" lvl="7" indent="-228600" algn="l">
              <a:spcBef>
                <a:spcPts val="500"/>
              </a:spcBef>
              <a:spcAft>
                <a:spcPts val="0"/>
              </a:spcAft>
              <a:buSzPts val="800"/>
              <a:buNone/>
              <a:defRPr sz="1200" b="1"/>
            </a:lvl8pPr>
            <a:lvl9pPr marL="4114800" lvl="8" indent="-228600" algn="l">
              <a:spcBef>
                <a:spcPts val="500"/>
              </a:spcBef>
              <a:spcAft>
                <a:spcPts val="500"/>
              </a:spcAft>
              <a:buSzPts val="800"/>
              <a:buNone/>
              <a:defRPr sz="1200" b="1"/>
            </a:lvl9pPr>
          </a:lstStyle>
          <a:p>
            <a:endParaRPr/>
          </a:p>
        </p:txBody>
      </p:sp>
      <p:sp>
        <p:nvSpPr>
          <p:cNvPr id="241" name="Google Shape;241;p57"/>
          <p:cNvSpPr txBox="1">
            <a:spLocks noGrp="1"/>
          </p:cNvSpPr>
          <p:nvPr>
            <p:ph type="body" idx="2"/>
          </p:nvPr>
        </p:nvSpPr>
        <p:spPr>
          <a:xfrm>
            <a:off x="685346" y="1928813"/>
            <a:ext cx="2475738" cy="2414588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57150" tIns="28575" rIns="57150" bIns="28575" anchor="t" anchorCtr="0">
            <a:normAutofit/>
          </a:bodyPr>
          <a:lstStyle>
            <a:lvl1pPr marL="457200" lvl="0" indent="-228600" algn="ctr">
              <a:spcBef>
                <a:spcPts val="200"/>
              </a:spcBef>
              <a:spcAft>
                <a:spcPts val="0"/>
              </a:spcAft>
              <a:buSzPts val="700"/>
              <a:buNone/>
              <a:defRPr sz="1100"/>
            </a:lvl1pPr>
            <a:lvl2pPr marL="914400" lvl="1" indent="-228600" algn="l">
              <a:spcBef>
                <a:spcPts val="500"/>
              </a:spcBef>
              <a:spcAft>
                <a:spcPts val="0"/>
              </a:spcAft>
              <a:buSzPts val="600"/>
              <a:buNone/>
              <a:defRPr sz="900"/>
            </a:lvl2pPr>
            <a:lvl3pPr marL="1371600" lvl="2" indent="-228600" algn="l">
              <a:spcBef>
                <a:spcPts val="500"/>
              </a:spcBef>
              <a:spcAft>
                <a:spcPts val="0"/>
              </a:spcAft>
              <a:buSzPts val="500"/>
              <a:buNone/>
              <a:defRPr sz="800"/>
            </a:lvl3pPr>
            <a:lvl4pPr marL="1828800" lvl="3" indent="-228600" algn="l">
              <a:spcBef>
                <a:spcPts val="500"/>
              </a:spcBef>
              <a:spcAft>
                <a:spcPts val="0"/>
              </a:spcAft>
              <a:buSzPts val="500"/>
              <a:buNone/>
              <a:defRPr sz="700"/>
            </a:lvl4pPr>
            <a:lvl5pPr marL="2286000" lvl="4" indent="-228600" algn="l">
              <a:spcBef>
                <a:spcPts val="500"/>
              </a:spcBef>
              <a:spcAft>
                <a:spcPts val="0"/>
              </a:spcAft>
              <a:buSzPts val="500"/>
              <a:buNone/>
              <a:defRPr sz="700"/>
            </a:lvl5pPr>
            <a:lvl6pPr marL="2743200" lvl="5" indent="-228600" algn="l">
              <a:spcBef>
                <a:spcPts val="500"/>
              </a:spcBef>
              <a:spcAft>
                <a:spcPts val="0"/>
              </a:spcAft>
              <a:buSzPts val="500"/>
              <a:buNone/>
              <a:defRPr sz="700"/>
            </a:lvl6pPr>
            <a:lvl7pPr marL="3200400" lvl="6" indent="-228600" algn="l">
              <a:spcBef>
                <a:spcPts val="500"/>
              </a:spcBef>
              <a:spcAft>
                <a:spcPts val="0"/>
              </a:spcAft>
              <a:buSzPts val="500"/>
              <a:buNone/>
              <a:defRPr sz="700"/>
            </a:lvl7pPr>
            <a:lvl8pPr marL="3657600" lvl="7" indent="-228600" algn="l">
              <a:spcBef>
                <a:spcPts val="500"/>
              </a:spcBef>
              <a:spcAft>
                <a:spcPts val="0"/>
              </a:spcAft>
              <a:buSzPts val="500"/>
              <a:buNone/>
              <a:defRPr sz="700"/>
            </a:lvl8pPr>
            <a:lvl9pPr marL="4114800" lvl="8" indent="-228600" algn="l">
              <a:spcBef>
                <a:spcPts val="500"/>
              </a:spcBef>
              <a:spcAft>
                <a:spcPts val="500"/>
              </a:spcAft>
              <a:buSzPts val="500"/>
              <a:buNone/>
              <a:defRPr sz="700"/>
            </a:lvl9pPr>
          </a:lstStyle>
          <a:p>
            <a:endParaRPr/>
          </a:p>
        </p:txBody>
      </p:sp>
      <p:sp>
        <p:nvSpPr>
          <p:cNvPr id="242" name="Google Shape;242;p57"/>
          <p:cNvSpPr txBox="1">
            <a:spLocks noGrp="1"/>
          </p:cNvSpPr>
          <p:nvPr>
            <p:ph type="body" idx="3"/>
          </p:nvPr>
        </p:nvSpPr>
        <p:spPr>
          <a:xfrm>
            <a:off x="3335033" y="1414463"/>
            <a:ext cx="2475738" cy="432196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57150" tIns="28575" rIns="57150" bIns="28575" anchor="b" anchorCtr="0">
            <a:noAutofit/>
          </a:bodyPr>
          <a:lstStyle>
            <a:lvl1pPr marL="457200" lvl="0" indent="-228600" algn="ctr">
              <a:spcBef>
                <a:spcPts val="400"/>
              </a:spcBef>
              <a:spcAft>
                <a:spcPts val="0"/>
              </a:spcAft>
              <a:buSzPts val="1300"/>
              <a:buNone/>
              <a:defRPr sz="1800" b="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500"/>
              </a:spcBef>
              <a:spcAft>
                <a:spcPts val="0"/>
              </a:spcAft>
              <a:buSzPts val="1100"/>
              <a:buNone/>
              <a:defRPr sz="1500" b="1"/>
            </a:lvl2pPr>
            <a:lvl3pPr marL="1371600" lvl="2" indent="-228600" algn="l">
              <a:spcBef>
                <a:spcPts val="500"/>
              </a:spcBef>
              <a:spcAft>
                <a:spcPts val="0"/>
              </a:spcAft>
              <a:buSzPts val="900"/>
              <a:buNone/>
              <a:defRPr sz="1400" b="1"/>
            </a:lvl3pPr>
            <a:lvl4pPr marL="1828800" lvl="3" indent="-228600" algn="l">
              <a:spcBef>
                <a:spcPts val="500"/>
              </a:spcBef>
              <a:spcAft>
                <a:spcPts val="0"/>
              </a:spcAft>
              <a:buSzPts val="800"/>
              <a:buNone/>
              <a:defRPr sz="1200" b="1"/>
            </a:lvl4pPr>
            <a:lvl5pPr marL="2286000" lvl="4" indent="-228600" algn="l">
              <a:spcBef>
                <a:spcPts val="500"/>
              </a:spcBef>
              <a:spcAft>
                <a:spcPts val="0"/>
              </a:spcAft>
              <a:buSzPts val="800"/>
              <a:buNone/>
              <a:defRPr sz="1200" b="1"/>
            </a:lvl5pPr>
            <a:lvl6pPr marL="2743200" lvl="5" indent="-228600" algn="l">
              <a:spcBef>
                <a:spcPts val="500"/>
              </a:spcBef>
              <a:spcAft>
                <a:spcPts val="0"/>
              </a:spcAft>
              <a:buSzPts val="800"/>
              <a:buNone/>
              <a:defRPr sz="1200" b="1"/>
            </a:lvl6pPr>
            <a:lvl7pPr marL="3200400" lvl="6" indent="-228600" algn="l">
              <a:spcBef>
                <a:spcPts val="500"/>
              </a:spcBef>
              <a:spcAft>
                <a:spcPts val="0"/>
              </a:spcAft>
              <a:buSzPts val="800"/>
              <a:buNone/>
              <a:defRPr sz="1200" b="1"/>
            </a:lvl7pPr>
            <a:lvl8pPr marL="3657600" lvl="7" indent="-228600" algn="l">
              <a:spcBef>
                <a:spcPts val="500"/>
              </a:spcBef>
              <a:spcAft>
                <a:spcPts val="0"/>
              </a:spcAft>
              <a:buSzPts val="800"/>
              <a:buNone/>
              <a:defRPr sz="1200" b="1"/>
            </a:lvl8pPr>
            <a:lvl9pPr marL="4114800" lvl="8" indent="-228600" algn="l">
              <a:spcBef>
                <a:spcPts val="500"/>
              </a:spcBef>
              <a:spcAft>
                <a:spcPts val="500"/>
              </a:spcAft>
              <a:buSzPts val="800"/>
              <a:buNone/>
              <a:defRPr sz="1200" b="1"/>
            </a:lvl9pPr>
          </a:lstStyle>
          <a:p>
            <a:endParaRPr/>
          </a:p>
        </p:txBody>
      </p:sp>
      <p:sp>
        <p:nvSpPr>
          <p:cNvPr id="243" name="Google Shape;243;p57"/>
          <p:cNvSpPr txBox="1">
            <a:spLocks noGrp="1"/>
          </p:cNvSpPr>
          <p:nvPr>
            <p:ph type="body" idx="4"/>
          </p:nvPr>
        </p:nvSpPr>
        <p:spPr>
          <a:xfrm>
            <a:off x="3331076" y="1928813"/>
            <a:ext cx="2475738" cy="2414588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57150" tIns="28575" rIns="57150" bIns="28575" anchor="t" anchorCtr="0">
            <a:normAutofit/>
          </a:bodyPr>
          <a:lstStyle>
            <a:lvl1pPr marL="457200" lvl="0" indent="-228600" algn="ctr">
              <a:spcBef>
                <a:spcPts val="200"/>
              </a:spcBef>
              <a:spcAft>
                <a:spcPts val="0"/>
              </a:spcAft>
              <a:buSzPts val="700"/>
              <a:buNone/>
              <a:defRPr sz="1100"/>
            </a:lvl1pPr>
            <a:lvl2pPr marL="914400" lvl="1" indent="-228600" algn="l">
              <a:spcBef>
                <a:spcPts val="500"/>
              </a:spcBef>
              <a:spcAft>
                <a:spcPts val="0"/>
              </a:spcAft>
              <a:buSzPts val="600"/>
              <a:buNone/>
              <a:defRPr sz="900"/>
            </a:lvl2pPr>
            <a:lvl3pPr marL="1371600" lvl="2" indent="-228600" algn="l">
              <a:spcBef>
                <a:spcPts val="500"/>
              </a:spcBef>
              <a:spcAft>
                <a:spcPts val="0"/>
              </a:spcAft>
              <a:buSzPts val="500"/>
              <a:buNone/>
              <a:defRPr sz="800"/>
            </a:lvl3pPr>
            <a:lvl4pPr marL="1828800" lvl="3" indent="-228600" algn="l">
              <a:spcBef>
                <a:spcPts val="500"/>
              </a:spcBef>
              <a:spcAft>
                <a:spcPts val="0"/>
              </a:spcAft>
              <a:buSzPts val="500"/>
              <a:buNone/>
              <a:defRPr sz="700"/>
            </a:lvl4pPr>
            <a:lvl5pPr marL="2286000" lvl="4" indent="-228600" algn="l">
              <a:spcBef>
                <a:spcPts val="500"/>
              </a:spcBef>
              <a:spcAft>
                <a:spcPts val="0"/>
              </a:spcAft>
              <a:buSzPts val="500"/>
              <a:buNone/>
              <a:defRPr sz="700"/>
            </a:lvl5pPr>
            <a:lvl6pPr marL="2743200" lvl="5" indent="-228600" algn="l">
              <a:spcBef>
                <a:spcPts val="500"/>
              </a:spcBef>
              <a:spcAft>
                <a:spcPts val="0"/>
              </a:spcAft>
              <a:buSzPts val="500"/>
              <a:buNone/>
              <a:defRPr sz="700"/>
            </a:lvl6pPr>
            <a:lvl7pPr marL="3200400" lvl="6" indent="-228600" algn="l">
              <a:spcBef>
                <a:spcPts val="500"/>
              </a:spcBef>
              <a:spcAft>
                <a:spcPts val="0"/>
              </a:spcAft>
              <a:buSzPts val="500"/>
              <a:buNone/>
              <a:defRPr sz="700"/>
            </a:lvl7pPr>
            <a:lvl8pPr marL="3657600" lvl="7" indent="-228600" algn="l">
              <a:spcBef>
                <a:spcPts val="500"/>
              </a:spcBef>
              <a:spcAft>
                <a:spcPts val="0"/>
              </a:spcAft>
              <a:buSzPts val="500"/>
              <a:buNone/>
              <a:defRPr sz="700"/>
            </a:lvl8pPr>
            <a:lvl9pPr marL="4114800" lvl="8" indent="-228600" algn="l">
              <a:spcBef>
                <a:spcPts val="500"/>
              </a:spcBef>
              <a:spcAft>
                <a:spcPts val="500"/>
              </a:spcAft>
              <a:buSzPts val="500"/>
              <a:buNone/>
              <a:defRPr sz="700"/>
            </a:lvl9pPr>
          </a:lstStyle>
          <a:p>
            <a:endParaRPr/>
          </a:p>
        </p:txBody>
      </p:sp>
      <p:sp>
        <p:nvSpPr>
          <p:cNvPr id="244" name="Google Shape;244;p57"/>
          <p:cNvSpPr txBox="1">
            <a:spLocks noGrp="1"/>
          </p:cNvSpPr>
          <p:nvPr>
            <p:ph type="body" idx="5"/>
          </p:nvPr>
        </p:nvSpPr>
        <p:spPr>
          <a:xfrm>
            <a:off x="5974929" y="1414463"/>
            <a:ext cx="2475738" cy="432196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57150" tIns="28575" rIns="57150" bIns="28575" anchor="b" anchorCtr="0">
            <a:noAutofit/>
          </a:bodyPr>
          <a:lstStyle>
            <a:lvl1pPr marL="457200" lvl="0" indent="-228600" algn="ctr">
              <a:spcBef>
                <a:spcPts val="400"/>
              </a:spcBef>
              <a:spcAft>
                <a:spcPts val="0"/>
              </a:spcAft>
              <a:buSzPts val="1300"/>
              <a:buNone/>
              <a:defRPr sz="1800" b="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500"/>
              </a:spcBef>
              <a:spcAft>
                <a:spcPts val="0"/>
              </a:spcAft>
              <a:buSzPts val="1100"/>
              <a:buNone/>
              <a:defRPr sz="1500" b="1"/>
            </a:lvl2pPr>
            <a:lvl3pPr marL="1371600" lvl="2" indent="-228600" algn="l">
              <a:spcBef>
                <a:spcPts val="500"/>
              </a:spcBef>
              <a:spcAft>
                <a:spcPts val="0"/>
              </a:spcAft>
              <a:buSzPts val="900"/>
              <a:buNone/>
              <a:defRPr sz="1400" b="1"/>
            </a:lvl3pPr>
            <a:lvl4pPr marL="1828800" lvl="3" indent="-228600" algn="l">
              <a:spcBef>
                <a:spcPts val="500"/>
              </a:spcBef>
              <a:spcAft>
                <a:spcPts val="0"/>
              </a:spcAft>
              <a:buSzPts val="800"/>
              <a:buNone/>
              <a:defRPr sz="1200" b="1"/>
            </a:lvl4pPr>
            <a:lvl5pPr marL="2286000" lvl="4" indent="-228600" algn="l">
              <a:spcBef>
                <a:spcPts val="500"/>
              </a:spcBef>
              <a:spcAft>
                <a:spcPts val="0"/>
              </a:spcAft>
              <a:buSzPts val="800"/>
              <a:buNone/>
              <a:defRPr sz="1200" b="1"/>
            </a:lvl5pPr>
            <a:lvl6pPr marL="2743200" lvl="5" indent="-228600" algn="l">
              <a:spcBef>
                <a:spcPts val="500"/>
              </a:spcBef>
              <a:spcAft>
                <a:spcPts val="0"/>
              </a:spcAft>
              <a:buSzPts val="800"/>
              <a:buNone/>
              <a:defRPr sz="1200" b="1"/>
            </a:lvl6pPr>
            <a:lvl7pPr marL="3200400" lvl="6" indent="-228600" algn="l">
              <a:spcBef>
                <a:spcPts val="500"/>
              </a:spcBef>
              <a:spcAft>
                <a:spcPts val="0"/>
              </a:spcAft>
              <a:buSzPts val="800"/>
              <a:buNone/>
              <a:defRPr sz="1200" b="1"/>
            </a:lvl7pPr>
            <a:lvl8pPr marL="3657600" lvl="7" indent="-228600" algn="l">
              <a:spcBef>
                <a:spcPts val="500"/>
              </a:spcBef>
              <a:spcAft>
                <a:spcPts val="0"/>
              </a:spcAft>
              <a:buSzPts val="800"/>
              <a:buNone/>
              <a:defRPr sz="1200" b="1"/>
            </a:lvl8pPr>
            <a:lvl9pPr marL="4114800" lvl="8" indent="-228600" algn="l">
              <a:spcBef>
                <a:spcPts val="500"/>
              </a:spcBef>
              <a:spcAft>
                <a:spcPts val="500"/>
              </a:spcAft>
              <a:buSzPts val="800"/>
              <a:buNone/>
              <a:defRPr sz="1200" b="1"/>
            </a:lvl9pPr>
          </a:lstStyle>
          <a:p>
            <a:endParaRPr/>
          </a:p>
        </p:txBody>
      </p:sp>
      <p:sp>
        <p:nvSpPr>
          <p:cNvPr id="245" name="Google Shape;245;p57"/>
          <p:cNvSpPr txBox="1">
            <a:spLocks noGrp="1"/>
          </p:cNvSpPr>
          <p:nvPr>
            <p:ph type="body" idx="6"/>
          </p:nvPr>
        </p:nvSpPr>
        <p:spPr>
          <a:xfrm>
            <a:off x="5974929" y="1928813"/>
            <a:ext cx="2475738" cy="2414588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57150" tIns="28575" rIns="57150" bIns="28575" anchor="t" anchorCtr="0">
            <a:normAutofit/>
          </a:bodyPr>
          <a:lstStyle>
            <a:lvl1pPr marL="457200" lvl="0" indent="-228600" algn="ctr">
              <a:spcBef>
                <a:spcPts val="200"/>
              </a:spcBef>
              <a:spcAft>
                <a:spcPts val="0"/>
              </a:spcAft>
              <a:buSzPts val="700"/>
              <a:buNone/>
              <a:defRPr sz="1100"/>
            </a:lvl1pPr>
            <a:lvl2pPr marL="914400" lvl="1" indent="-228600" algn="l">
              <a:spcBef>
                <a:spcPts val="500"/>
              </a:spcBef>
              <a:spcAft>
                <a:spcPts val="0"/>
              </a:spcAft>
              <a:buSzPts val="600"/>
              <a:buNone/>
              <a:defRPr sz="900"/>
            </a:lvl2pPr>
            <a:lvl3pPr marL="1371600" lvl="2" indent="-228600" algn="l">
              <a:spcBef>
                <a:spcPts val="500"/>
              </a:spcBef>
              <a:spcAft>
                <a:spcPts val="0"/>
              </a:spcAft>
              <a:buSzPts val="500"/>
              <a:buNone/>
              <a:defRPr sz="800"/>
            </a:lvl3pPr>
            <a:lvl4pPr marL="1828800" lvl="3" indent="-228600" algn="l">
              <a:spcBef>
                <a:spcPts val="500"/>
              </a:spcBef>
              <a:spcAft>
                <a:spcPts val="0"/>
              </a:spcAft>
              <a:buSzPts val="500"/>
              <a:buNone/>
              <a:defRPr sz="700"/>
            </a:lvl4pPr>
            <a:lvl5pPr marL="2286000" lvl="4" indent="-228600" algn="l">
              <a:spcBef>
                <a:spcPts val="500"/>
              </a:spcBef>
              <a:spcAft>
                <a:spcPts val="0"/>
              </a:spcAft>
              <a:buSzPts val="500"/>
              <a:buNone/>
              <a:defRPr sz="700"/>
            </a:lvl5pPr>
            <a:lvl6pPr marL="2743200" lvl="5" indent="-228600" algn="l">
              <a:spcBef>
                <a:spcPts val="500"/>
              </a:spcBef>
              <a:spcAft>
                <a:spcPts val="0"/>
              </a:spcAft>
              <a:buSzPts val="500"/>
              <a:buNone/>
              <a:defRPr sz="700"/>
            </a:lvl6pPr>
            <a:lvl7pPr marL="3200400" lvl="6" indent="-228600" algn="l">
              <a:spcBef>
                <a:spcPts val="500"/>
              </a:spcBef>
              <a:spcAft>
                <a:spcPts val="0"/>
              </a:spcAft>
              <a:buSzPts val="500"/>
              <a:buNone/>
              <a:defRPr sz="700"/>
            </a:lvl7pPr>
            <a:lvl8pPr marL="3657600" lvl="7" indent="-228600" algn="l">
              <a:spcBef>
                <a:spcPts val="500"/>
              </a:spcBef>
              <a:spcAft>
                <a:spcPts val="0"/>
              </a:spcAft>
              <a:buSzPts val="500"/>
              <a:buNone/>
              <a:defRPr sz="700"/>
            </a:lvl8pPr>
            <a:lvl9pPr marL="4114800" lvl="8" indent="-228600" algn="l">
              <a:spcBef>
                <a:spcPts val="500"/>
              </a:spcBef>
              <a:spcAft>
                <a:spcPts val="500"/>
              </a:spcAft>
              <a:buSzPts val="500"/>
              <a:buNone/>
              <a:defRPr sz="700"/>
            </a:lvl9pPr>
          </a:lstStyle>
          <a:p>
            <a:endParaRPr/>
          </a:p>
        </p:txBody>
      </p:sp>
      <p:sp>
        <p:nvSpPr>
          <p:cNvPr id="246" name="Google Shape;246;p57"/>
          <p:cNvSpPr txBox="1">
            <a:spLocks noGrp="1"/>
          </p:cNvSpPr>
          <p:nvPr>
            <p:ph type="dt" idx="10"/>
          </p:nvPr>
        </p:nvSpPr>
        <p:spPr>
          <a:xfrm>
            <a:off x="5759052" y="44124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247" name="Google Shape;247;p57"/>
          <p:cNvSpPr txBox="1">
            <a:spLocks noGrp="1"/>
          </p:cNvSpPr>
          <p:nvPr>
            <p:ph type="ftr" idx="11"/>
          </p:nvPr>
        </p:nvSpPr>
        <p:spPr>
          <a:xfrm>
            <a:off x="685347" y="4412457"/>
            <a:ext cx="500464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248" name="Google Shape;248;p57"/>
          <p:cNvSpPr txBox="1">
            <a:spLocks noGrp="1"/>
          </p:cNvSpPr>
          <p:nvPr>
            <p:ph type="sldNum" idx="12"/>
          </p:nvPr>
        </p:nvSpPr>
        <p:spPr>
          <a:xfrm>
            <a:off x="7885509" y="4412457"/>
            <a:ext cx="56515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Picture Column">
  <p:cSld name="3 Picture Column"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58" descr="Slate-V2-HD-3colPhotoInset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73472" y="1363661"/>
            <a:ext cx="2504979" cy="13858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58" descr="Slate-V2-HD-3colPhotoInset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302850" y="1363661"/>
            <a:ext cx="2504979" cy="13858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58" descr="Slate-V2-HD-3colPhotoInset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952038" y="1363661"/>
            <a:ext cx="2504979" cy="1385888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58"/>
          <p:cNvSpPr txBox="1">
            <a:spLocks noGrp="1"/>
          </p:cNvSpPr>
          <p:nvPr>
            <p:ph type="title"/>
          </p:nvPr>
        </p:nvSpPr>
        <p:spPr>
          <a:xfrm>
            <a:off x="685346" y="457200"/>
            <a:ext cx="7765323" cy="727838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57150" tIns="28575" rIns="57150" bIns="285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254" name="Google Shape;254;p58"/>
          <p:cNvSpPr txBox="1">
            <a:spLocks noGrp="1"/>
          </p:cNvSpPr>
          <p:nvPr>
            <p:ph type="body" idx="1"/>
          </p:nvPr>
        </p:nvSpPr>
        <p:spPr>
          <a:xfrm>
            <a:off x="685346" y="2928079"/>
            <a:ext cx="2475738" cy="432196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57150" tIns="28575" rIns="57150" bIns="28575" anchor="b" anchorCtr="0">
            <a:noAutofit/>
          </a:bodyPr>
          <a:lstStyle>
            <a:lvl1pPr marL="457200" lvl="0" indent="-228600" algn="ctr">
              <a:spcBef>
                <a:spcPts val="300"/>
              </a:spcBef>
              <a:spcAft>
                <a:spcPts val="0"/>
              </a:spcAft>
              <a:buSzPts val="1100"/>
              <a:buNone/>
              <a:defRPr sz="1500" b="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500"/>
              </a:spcBef>
              <a:spcAft>
                <a:spcPts val="0"/>
              </a:spcAft>
              <a:buSzPts val="1100"/>
              <a:buNone/>
              <a:defRPr sz="1500" b="1"/>
            </a:lvl2pPr>
            <a:lvl3pPr marL="1371600" lvl="2" indent="-228600" algn="l">
              <a:spcBef>
                <a:spcPts val="500"/>
              </a:spcBef>
              <a:spcAft>
                <a:spcPts val="0"/>
              </a:spcAft>
              <a:buSzPts val="900"/>
              <a:buNone/>
              <a:defRPr sz="1400" b="1"/>
            </a:lvl3pPr>
            <a:lvl4pPr marL="1828800" lvl="3" indent="-228600" algn="l">
              <a:spcBef>
                <a:spcPts val="500"/>
              </a:spcBef>
              <a:spcAft>
                <a:spcPts val="0"/>
              </a:spcAft>
              <a:buSzPts val="800"/>
              <a:buNone/>
              <a:defRPr sz="1200" b="1"/>
            </a:lvl4pPr>
            <a:lvl5pPr marL="2286000" lvl="4" indent="-228600" algn="l">
              <a:spcBef>
                <a:spcPts val="500"/>
              </a:spcBef>
              <a:spcAft>
                <a:spcPts val="0"/>
              </a:spcAft>
              <a:buSzPts val="800"/>
              <a:buNone/>
              <a:defRPr sz="1200" b="1"/>
            </a:lvl5pPr>
            <a:lvl6pPr marL="2743200" lvl="5" indent="-228600" algn="l">
              <a:spcBef>
                <a:spcPts val="500"/>
              </a:spcBef>
              <a:spcAft>
                <a:spcPts val="0"/>
              </a:spcAft>
              <a:buSzPts val="800"/>
              <a:buNone/>
              <a:defRPr sz="1200" b="1"/>
            </a:lvl6pPr>
            <a:lvl7pPr marL="3200400" lvl="6" indent="-228600" algn="l">
              <a:spcBef>
                <a:spcPts val="500"/>
              </a:spcBef>
              <a:spcAft>
                <a:spcPts val="0"/>
              </a:spcAft>
              <a:buSzPts val="800"/>
              <a:buNone/>
              <a:defRPr sz="1200" b="1"/>
            </a:lvl7pPr>
            <a:lvl8pPr marL="3657600" lvl="7" indent="-228600" algn="l">
              <a:spcBef>
                <a:spcPts val="500"/>
              </a:spcBef>
              <a:spcAft>
                <a:spcPts val="0"/>
              </a:spcAft>
              <a:buSzPts val="800"/>
              <a:buNone/>
              <a:defRPr sz="1200" b="1"/>
            </a:lvl8pPr>
            <a:lvl9pPr marL="4114800" lvl="8" indent="-228600" algn="l">
              <a:spcBef>
                <a:spcPts val="500"/>
              </a:spcBef>
              <a:spcAft>
                <a:spcPts val="500"/>
              </a:spcAft>
              <a:buSzPts val="800"/>
              <a:buNone/>
              <a:defRPr sz="1200" b="1"/>
            </a:lvl9pPr>
          </a:lstStyle>
          <a:p>
            <a:endParaRPr/>
          </a:p>
        </p:txBody>
      </p:sp>
      <p:sp>
        <p:nvSpPr>
          <p:cNvPr id="255" name="Google Shape;255;p58"/>
          <p:cNvSpPr>
            <a:spLocks noGrp="1"/>
          </p:cNvSpPr>
          <p:nvPr>
            <p:ph type="pic" idx="2"/>
          </p:nvPr>
        </p:nvSpPr>
        <p:spPr>
          <a:xfrm>
            <a:off x="763576" y="1454189"/>
            <a:ext cx="2319276" cy="1202216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38100" dist="25400" dir="4440000">
              <a:srgbClr val="000000">
                <a:alpha val="35686"/>
              </a:srgbClr>
            </a:outerShdw>
          </a:effectLst>
        </p:spPr>
      </p:sp>
      <p:sp>
        <p:nvSpPr>
          <p:cNvPr id="256" name="Google Shape;256;p58"/>
          <p:cNvSpPr txBox="1">
            <a:spLocks noGrp="1"/>
          </p:cNvSpPr>
          <p:nvPr>
            <p:ph type="body" idx="3"/>
          </p:nvPr>
        </p:nvSpPr>
        <p:spPr>
          <a:xfrm>
            <a:off x="685346" y="3360276"/>
            <a:ext cx="2475738" cy="983125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57150" tIns="28575" rIns="57150" bIns="28575" anchor="t" anchorCtr="0">
            <a:normAutofit/>
          </a:bodyPr>
          <a:lstStyle>
            <a:lvl1pPr marL="457200" lvl="0" indent="-228600" algn="ctr">
              <a:spcBef>
                <a:spcPts val="200"/>
              </a:spcBef>
              <a:spcAft>
                <a:spcPts val="0"/>
              </a:spcAft>
              <a:buSzPts val="700"/>
              <a:buNone/>
              <a:defRPr sz="1100"/>
            </a:lvl1pPr>
            <a:lvl2pPr marL="914400" lvl="1" indent="-228600" algn="l">
              <a:spcBef>
                <a:spcPts val="500"/>
              </a:spcBef>
              <a:spcAft>
                <a:spcPts val="0"/>
              </a:spcAft>
              <a:buSzPts val="600"/>
              <a:buNone/>
              <a:defRPr sz="900"/>
            </a:lvl2pPr>
            <a:lvl3pPr marL="1371600" lvl="2" indent="-228600" algn="l">
              <a:spcBef>
                <a:spcPts val="500"/>
              </a:spcBef>
              <a:spcAft>
                <a:spcPts val="0"/>
              </a:spcAft>
              <a:buSzPts val="500"/>
              <a:buNone/>
              <a:defRPr sz="800"/>
            </a:lvl3pPr>
            <a:lvl4pPr marL="1828800" lvl="3" indent="-228600" algn="l">
              <a:spcBef>
                <a:spcPts val="500"/>
              </a:spcBef>
              <a:spcAft>
                <a:spcPts val="0"/>
              </a:spcAft>
              <a:buSzPts val="500"/>
              <a:buNone/>
              <a:defRPr sz="700"/>
            </a:lvl4pPr>
            <a:lvl5pPr marL="2286000" lvl="4" indent="-228600" algn="l">
              <a:spcBef>
                <a:spcPts val="500"/>
              </a:spcBef>
              <a:spcAft>
                <a:spcPts val="0"/>
              </a:spcAft>
              <a:buSzPts val="500"/>
              <a:buNone/>
              <a:defRPr sz="700"/>
            </a:lvl5pPr>
            <a:lvl6pPr marL="2743200" lvl="5" indent="-228600" algn="l">
              <a:spcBef>
                <a:spcPts val="500"/>
              </a:spcBef>
              <a:spcAft>
                <a:spcPts val="0"/>
              </a:spcAft>
              <a:buSzPts val="500"/>
              <a:buNone/>
              <a:defRPr sz="700"/>
            </a:lvl6pPr>
            <a:lvl7pPr marL="3200400" lvl="6" indent="-228600" algn="l">
              <a:spcBef>
                <a:spcPts val="500"/>
              </a:spcBef>
              <a:spcAft>
                <a:spcPts val="0"/>
              </a:spcAft>
              <a:buSzPts val="500"/>
              <a:buNone/>
              <a:defRPr sz="700"/>
            </a:lvl7pPr>
            <a:lvl8pPr marL="3657600" lvl="7" indent="-228600" algn="l">
              <a:spcBef>
                <a:spcPts val="500"/>
              </a:spcBef>
              <a:spcAft>
                <a:spcPts val="0"/>
              </a:spcAft>
              <a:buSzPts val="500"/>
              <a:buNone/>
              <a:defRPr sz="700"/>
            </a:lvl8pPr>
            <a:lvl9pPr marL="4114800" lvl="8" indent="-228600" algn="l">
              <a:spcBef>
                <a:spcPts val="500"/>
              </a:spcBef>
              <a:spcAft>
                <a:spcPts val="500"/>
              </a:spcAft>
              <a:buSzPts val="500"/>
              <a:buNone/>
              <a:defRPr sz="700"/>
            </a:lvl9pPr>
          </a:lstStyle>
          <a:p>
            <a:endParaRPr/>
          </a:p>
        </p:txBody>
      </p:sp>
      <p:sp>
        <p:nvSpPr>
          <p:cNvPr id="257" name="Google Shape;257;p58"/>
          <p:cNvSpPr txBox="1">
            <a:spLocks noGrp="1"/>
          </p:cNvSpPr>
          <p:nvPr>
            <p:ph type="body" idx="4"/>
          </p:nvPr>
        </p:nvSpPr>
        <p:spPr>
          <a:xfrm>
            <a:off x="3332091" y="2928079"/>
            <a:ext cx="2475738" cy="432196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57150" tIns="28575" rIns="57150" bIns="28575" anchor="b" anchorCtr="0">
            <a:noAutofit/>
          </a:bodyPr>
          <a:lstStyle>
            <a:lvl1pPr marL="457200" lvl="0" indent="-228600" algn="ctr">
              <a:spcBef>
                <a:spcPts val="300"/>
              </a:spcBef>
              <a:spcAft>
                <a:spcPts val="0"/>
              </a:spcAft>
              <a:buSzPts val="1100"/>
              <a:buNone/>
              <a:defRPr sz="1500" b="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500"/>
              </a:spcBef>
              <a:spcAft>
                <a:spcPts val="0"/>
              </a:spcAft>
              <a:buSzPts val="1100"/>
              <a:buNone/>
              <a:defRPr sz="1500" b="1"/>
            </a:lvl2pPr>
            <a:lvl3pPr marL="1371600" lvl="2" indent="-228600" algn="l">
              <a:spcBef>
                <a:spcPts val="500"/>
              </a:spcBef>
              <a:spcAft>
                <a:spcPts val="0"/>
              </a:spcAft>
              <a:buSzPts val="900"/>
              <a:buNone/>
              <a:defRPr sz="1400" b="1"/>
            </a:lvl3pPr>
            <a:lvl4pPr marL="1828800" lvl="3" indent="-228600" algn="l">
              <a:spcBef>
                <a:spcPts val="500"/>
              </a:spcBef>
              <a:spcAft>
                <a:spcPts val="0"/>
              </a:spcAft>
              <a:buSzPts val="800"/>
              <a:buNone/>
              <a:defRPr sz="1200" b="1"/>
            </a:lvl4pPr>
            <a:lvl5pPr marL="2286000" lvl="4" indent="-228600" algn="l">
              <a:spcBef>
                <a:spcPts val="500"/>
              </a:spcBef>
              <a:spcAft>
                <a:spcPts val="0"/>
              </a:spcAft>
              <a:buSzPts val="800"/>
              <a:buNone/>
              <a:defRPr sz="1200" b="1"/>
            </a:lvl5pPr>
            <a:lvl6pPr marL="2743200" lvl="5" indent="-228600" algn="l">
              <a:spcBef>
                <a:spcPts val="500"/>
              </a:spcBef>
              <a:spcAft>
                <a:spcPts val="0"/>
              </a:spcAft>
              <a:buSzPts val="800"/>
              <a:buNone/>
              <a:defRPr sz="1200" b="1"/>
            </a:lvl6pPr>
            <a:lvl7pPr marL="3200400" lvl="6" indent="-228600" algn="l">
              <a:spcBef>
                <a:spcPts val="500"/>
              </a:spcBef>
              <a:spcAft>
                <a:spcPts val="0"/>
              </a:spcAft>
              <a:buSzPts val="800"/>
              <a:buNone/>
              <a:defRPr sz="1200" b="1"/>
            </a:lvl7pPr>
            <a:lvl8pPr marL="3657600" lvl="7" indent="-228600" algn="l">
              <a:spcBef>
                <a:spcPts val="500"/>
              </a:spcBef>
              <a:spcAft>
                <a:spcPts val="0"/>
              </a:spcAft>
              <a:buSzPts val="800"/>
              <a:buNone/>
              <a:defRPr sz="1200" b="1"/>
            </a:lvl8pPr>
            <a:lvl9pPr marL="4114800" lvl="8" indent="-228600" algn="l">
              <a:spcBef>
                <a:spcPts val="500"/>
              </a:spcBef>
              <a:spcAft>
                <a:spcPts val="500"/>
              </a:spcAft>
              <a:buSzPts val="800"/>
              <a:buNone/>
              <a:defRPr sz="1200" b="1"/>
            </a:lvl9pPr>
          </a:lstStyle>
          <a:p>
            <a:endParaRPr/>
          </a:p>
        </p:txBody>
      </p:sp>
      <p:sp>
        <p:nvSpPr>
          <p:cNvPr id="258" name="Google Shape;258;p58"/>
          <p:cNvSpPr>
            <a:spLocks noGrp="1"/>
          </p:cNvSpPr>
          <p:nvPr>
            <p:ph type="pic" idx="5"/>
          </p:nvPr>
        </p:nvSpPr>
        <p:spPr>
          <a:xfrm>
            <a:off x="3409307" y="1454321"/>
            <a:ext cx="2319276" cy="1206123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38100" dist="25400" dir="4440000">
              <a:srgbClr val="000000">
                <a:alpha val="35686"/>
              </a:srgbClr>
            </a:outerShdw>
          </a:effectLst>
        </p:spPr>
      </p:sp>
      <p:sp>
        <p:nvSpPr>
          <p:cNvPr id="259" name="Google Shape;259;p58"/>
          <p:cNvSpPr txBox="1">
            <a:spLocks noGrp="1"/>
          </p:cNvSpPr>
          <p:nvPr>
            <p:ph type="body" idx="6"/>
          </p:nvPr>
        </p:nvSpPr>
        <p:spPr>
          <a:xfrm>
            <a:off x="3331076" y="3360276"/>
            <a:ext cx="2475738" cy="983125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57150" tIns="28575" rIns="57150" bIns="28575" anchor="t" anchorCtr="0">
            <a:normAutofit/>
          </a:bodyPr>
          <a:lstStyle>
            <a:lvl1pPr marL="457200" lvl="0" indent="-228600" algn="ctr">
              <a:spcBef>
                <a:spcPts val="200"/>
              </a:spcBef>
              <a:spcAft>
                <a:spcPts val="0"/>
              </a:spcAft>
              <a:buSzPts val="700"/>
              <a:buNone/>
              <a:defRPr sz="1100"/>
            </a:lvl1pPr>
            <a:lvl2pPr marL="914400" lvl="1" indent="-228600" algn="l">
              <a:spcBef>
                <a:spcPts val="500"/>
              </a:spcBef>
              <a:spcAft>
                <a:spcPts val="0"/>
              </a:spcAft>
              <a:buSzPts val="600"/>
              <a:buNone/>
              <a:defRPr sz="900"/>
            </a:lvl2pPr>
            <a:lvl3pPr marL="1371600" lvl="2" indent="-228600" algn="l">
              <a:spcBef>
                <a:spcPts val="500"/>
              </a:spcBef>
              <a:spcAft>
                <a:spcPts val="0"/>
              </a:spcAft>
              <a:buSzPts val="500"/>
              <a:buNone/>
              <a:defRPr sz="800"/>
            </a:lvl3pPr>
            <a:lvl4pPr marL="1828800" lvl="3" indent="-228600" algn="l">
              <a:spcBef>
                <a:spcPts val="500"/>
              </a:spcBef>
              <a:spcAft>
                <a:spcPts val="0"/>
              </a:spcAft>
              <a:buSzPts val="500"/>
              <a:buNone/>
              <a:defRPr sz="700"/>
            </a:lvl4pPr>
            <a:lvl5pPr marL="2286000" lvl="4" indent="-228600" algn="l">
              <a:spcBef>
                <a:spcPts val="500"/>
              </a:spcBef>
              <a:spcAft>
                <a:spcPts val="0"/>
              </a:spcAft>
              <a:buSzPts val="500"/>
              <a:buNone/>
              <a:defRPr sz="700"/>
            </a:lvl5pPr>
            <a:lvl6pPr marL="2743200" lvl="5" indent="-228600" algn="l">
              <a:spcBef>
                <a:spcPts val="500"/>
              </a:spcBef>
              <a:spcAft>
                <a:spcPts val="0"/>
              </a:spcAft>
              <a:buSzPts val="500"/>
              <a:buNone/>
              <a:defRPr sz="700"/>
            </a:lvl6pPr>
            <a:lvl7pPr marL="3200400" lvl="6" indent="-228600" algn="l">
              <a:spcBef>
                <a:spcPts val="500"/>
              </a:spcBef>
              <a:spcAft>
                <a:spcPts val="0"/>
              </a:spcAft>
              <a:buSzPts val="500"/>
              <a:buNone/>
              <a:defRPr sz="700"/>
            </a:lvl7pPr>
            <a:lvl8pPr marL="3657600" lvl="7" indent="-228600" algn="l">
              <a:spcBef>
                <a:spcPts val="500"/>
              </a:spcBef>
              <a:spcAft>
                <a:spcPts val="0"/>
              </a:spcAft>
              <a:buSzPts val="500"/>
              <a:buNone/>
              <a:defRPr sz="700"/>
            </a:lvl8pPr>
            <a:lvl9pPr marL="4114800" lvl="8" indent="-228600" algn="l">
              <a:spcBef>
                <a:spcPts val="500"/>
              </a:spcBef>
              <a:spcAft>
                <a:spcPts val="500"/>
              </a:spcAft>
              <a:buSzPts val="500"/>
              <a:buNone/>
              <a:defRPr sz="700"/>
            </a:lvl9pPr>
          </a:lstStyle>
          <a:p>
            <a:endParaRPr/>
          </a:p>
        </p:txBody>
      </p:sp>
      <p:sp>
        <p:nvSpPr>
          <p:cNvPr id="260" name="Google Shape;260;p58"/>
          <p:cNvSpPr txBox="1">
            <a:spLocks noGrp="1"/>
          </p:cNvSpPr>
          <p:nvPr>
            <p:ph type="body" idx="7"/>
          </p:nvPr>
        </p:nvSpPr>
        <p:spPr>
          <a:xfrm>
            <a:off x="5975022" y="2928079"/>
            <a:ext cx="2475738" cy="432196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57150" tIns="28575" rIns="57150" bIns="28575" anchor="b" anchorCtr="0">
            <a:noAutofit/>
          </a:bodyPr>
          <a:lstStyle>
            <a:lvl1pPr marL="457200" lvl="0" indent="-228600" algn="ctr">
              <a:spcBef>
                <a:spcPts val="300"/>
              </a:spcBef>
              <a:spcAft>
                <a:spcPts val="0"/>
              </a:spcAft>
              <a:buSzPts val="1100"/>
              <a:buNone/>
              <a:defRPr sz="1500" b="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500"/>
              </a:spcBef>
              <a:spcAft>
                <a:spcPts val="0"/>
              </a:spcAft>
              <a:buSzPts val="1100"/>
              <a:buNone/>
              <a:defRPr sz="1500" b="1"/>
            </a:lvl2pPr>
            <a:lvl3pPr marL="1371600" lvl="2" indent="-228600" algn="l">
              <a:spcBef>
                <a:spcPts val="500"/>
              </a:spcBef>
              <a:spcAft>
                <a:spcPts val="0"/>
              </a:spcAft>
              <a:buSzPts val="900"/>
              <a:buNone/>
              <a:defRPr sz="1400" b="1"/>
            </a:lvl3pPr>
            <a:lvl4pPr marL="1828800" lvl="3" indent="-228600" algn="l">
              <a:spcBef>
                <a:spcPts val="500"/>
              </a:spcBef>
              <a:spcAft>
                <a:spcPts val="0"/>
              </a:spcAft>
              <a:buSzPts val="800"/>
              <a:buNone/>
              <a:defRPr sz="1200" b="1"/>
            </a:lvl4pPr>
            <a:lvl5pPr marL="2286000" lvl="4" indent="-228600" algn="l">
              <a:spcBef>
                <a:spcPts val="500"/>
              </a:spcBef>
              <a:spcAft>
                <a:spcPts val="0"/>
              </a:spcAft>
              <a:buSzPts val="800"/>
              <a:buNone/>
              <a:defRPr sz="1200" b="1"/>
            </a:lvl5pPr>
            <a:lvl6pPr marL="2743200" lvl="5" indent="-228600" algn="l">
              <a:spcBef>
                <a:spcPts val="500"/>
              </a:spcBef>
              <a:spcAft>
                <a:spcPts val="0"/>
              </a:spcAft>
              <a:buSzPts val="800"/>
              <a:buNone/>
              <a:defRPr sz="1200" b="1"/>
            </a:lvl6pPr>
            <a:lvl7pPr marL="3200400" lvl="6" indent="-228600" algn="l">
              <a:spcBef>
                <a:spcPts val="500"/>
              </a:spcBef>
              <a:spcAft>
                <a:spcPts val="0"/>
              </a:spcAft>
              <a:buSzPts val="800"/>
              <a:buNone/>
              <a:defRPr sz="1200" b="1"/>
            </a:lvl7pPr>
            <a:lvl8pPr marL="3657600" lvl="7" indent="-228600" algn="l">
              <a:spcBef>
                <a:spcPts val="500"/>
              </a:spcBef>
              <a:spcAft>
                <a:spcPts val="0"/>
              </a:spcAft>
              <a:buSzPts val="800"/>
              <a:buNone/>
              <a:defRPr sz="1200" b="1"/>
            </a:lvl8pPr>
            <a:lvl9pPr marL="4114800" lvl="8" indent="-228600" algn="l">
              <a:spcBef>
                <a:spcPts val="500"/>
              </a:spcBef>
              <a:spcAft>
                <a:spcPts val="500"/>
              </a:spcAft>
              <a:buSzPts val="800"/>
              <a:buNone/>
              <a:defRPr sz="1200" b="1"/>
            </a:lvl9pPr>
          </a:lstStyle>
          <a:p>
            <a:endParaRPr/>
          </a:p>
        </p:txBody>
      </p:sp>
      <p:sp>
        <p:nvSpPr>
          <p:cNvPr id="261" name="Google Shape;261;p58"/>
          <p:cNvSpPr>
            <a:spLocks noGrp="1"/>
          </p:cNvSpPr>
          <p:nvPr>
            <p:ph type="pic" idx="8"/>
          </p:nvPr>
        </p:nvSpPr>
        <p:spPr>
          <a:xfrm>
            <a:off x="6056773" y="1450824"/>
            <a:ext cx="2319276" cy="1205471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38100" dist="25400" dir="4440000">
              <a:srgbClr val="000000">
                <a:alpha val="35686"/>
              </a:srgbClr>
            </a:outerShdw>
          </a:effectLst>
        </p:spPr>
      </p:sp>
      <p:sp>
        <p:nvSpPr>
          <p:cNvPr id="262" name="Google Shape;262;p58"/>
          <p:cNvSpPr txBox="1">
            <a:spLocks noGrp="1"/>
          </p:cNvSpPr>
          <p:nvPr>
            <p:ph type="body" idx="9"/>
          </p:nvPr>
        </p:nvSpPr>
        <p:spPr>
          <a:xfrm>
            <a:off x="5974929" y="3360274"/>
            <a:ext cx="2475738" cy="983126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57150" tIns="28575" rIns="57150" bIns="28575" anchor="t" anchorCtr="0">
            <a:normAutofit/>
          </a:bodyPr>
          <a:lstStyle>
            <a:lvl1pPr marL="457200" lvl="0" indent="-228600" algn="ctr">
              <a:spcBef>
                <a:spcPts val="200"/>
              </a:spcBef>
              <a:spcAft>
                <a:spcPts val="0"/>
              </a:spcAft>
              <a:buSzPts val="700"/>
              <a:buNone/>
              <a:defRPr sz="1100"/>
            </a:lvl1pPr>
            <a:lvl2pPr marL="914400" lvl="1" indent="-228600" algn="l">
              <a:spcBef>
                <a:spcPts val="500"/>
              </a:spcBef>
              <a:spcAft>
                <a:spcPts val="0"/>
              </a:spcAft>
              <a:buSzPts val="600"/>
              <a:buNone/>
              <a:defRPr sz="900"/>
            </a:lvl2pPr>
            <a:lvl3pPr marL="1371600" lvl="2" indent="-228600" algn="l">
              <a:spcBef>
                <a:spcPts val="500"/>
              </a:spcBef>
              <a:spcAft>
                <a:spcPts val="0"/>
              </a:spcAft>
              <a:buSzPts val="500"/>
              <a:buNone/>
              <a:defRPr sz="800"/>
            </a:lvl3pPr>
            <a:lvl4pPr marL="1828800" lvl="3" indent="-228600" algn="l">
              <a:spcBef>
                <a:spcPts val="500"/>
              </a:spcBef>
              <a:spcAft>
                <a:spcPts val="0"/>
              </a:spcAft>
              <a:buSzPts val="500"/>
              <a:buNone/>
              <a:defRPr sz="700"/>
            </a:lvl4pPr>
            <a:lvl5pPr marL="2286000" lvl="4" indent="-228600" algn="l">
              <a:spcBef>
                <a:spcPts val="500"/>
              </a:spcBef>
              <a:spcAft>
                <a:spcPts val="0"/>
              </a:spcAft>
              <a:buSzPts val="500"/>
              <a:buNone/>
              <a:defRPr sz="700"/>
            </a:lvl5pPr>
            <a:lvl6pPr marL="2743200" lvl="5" indent="-228600" algn="l">
              <a:spcBef>
                <a:spcPts val="500"/>
              </a:spcBef>
              <a:spcAft>
                <a:spcPts val="0"/>
              </a:spcAft>
              <a:buSzPts val="500"/>
              <a:buNone/>
              <a:defRPr sz="700"/>
            </a:lvl6pPr>
            <a:lvl7pPr marL="3200400" lvl="6" indent="-228600" algn="l">
              <a:spcBef>
                <a:spcPts val="500"/>
              </a:spcBef>
              <a:spcAft>
                <a:spcPts val="0"/>
              </a:spcAft>
              <a:buSzPts val="500"/>
              <a:buNone/>
              <a:defRPr sz="700"/>
            </a:lvl7pPr>
            <a:lvl8pPr marL="3657600" lvl="7" indent="-228600" algn="l">
              <a:spcBef>
                <a:spcPts val="500"/>
              </a:spcBef>
              <a:spcAft>
                <a:spcPts val="0"/>
              </a:spcAft>
              <a:buSzPts val="500"/>
              <a:buNone/>
              <a:defRPr sz="700"/>
            </a:lvl8pPr>
            <a:lvl9pPr marL="4114800" lvl="8" indent="-228600" algn="l">
              <a:spcBef>
                <a:spcPts val="500"/>
              </a:spcBef>
              <a:spcAft>
                <a:spcPts val="500"/>
              </a:spcAft>
              <a:buSzPts val="500"/>
              <a:buNone/>
              <a:defRPr sz="700"/>
            </a:lvl9pPr>
          </a:lstStyle>
          <a:p>
            <a:endParaRPr/>
          </a:p>
        </p:txBody>
      </p:sp>
      <p:sp>
        <p:nvSpPr>
          <p:cNvPr id="263" name="Google Shape;263;p58"/>
          <p:cNvSpPr txBox="1">
            <a:spLocks noGrp="1"/>
          </p:cNvSpPr>
          <p:nvPr>
            <p:ph type="dt" idx="10"/>
          </p:nvPr>
        </p:nvSpPr>
        <p:spPr>
          <a:xfrm>
            <a:off x="5759052" y="44124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264" name="Google Shape;264;p58"/>
          <p:cNvSpPr txBox="1">
            <a:spLocks noGrp="1"/>
          </p:cNvSpPr>
          <p:nvPr>
            <p:ph type="ftr" idx="11"/>
          </p:nvPr>
        </p:nvSpPr>
        <p:spPr>
          <a:xfrm>
            <a:off x="685347" y="4412457"/>
            <a:ext cx="500464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265" name="Google Shape;265;p58"/>
          <p:cNvSpPr txBox="1">
            <a:spLocks noGrp="1"/>
          </p:cNvSpPr>
          <p:nvPr>
            <p:ph type="sldNum" idx="12"/>
          </p:nvPr>
        </p:nvSpPr>
        <p:spPr>
          <a:xfrm>
            <a:off x="7885509" y="4412457"/>
            <a:ext cx="56515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59"/>
          <p:cNvSpPr txBox="1">
            <a:spLocks noGrp="1"/>
          </p:cNvSpPr>
          <p:nvPr>
            <p:ph type="title"/>
          </p:nvPr>
        </p:nvSpPr>
        <p:spPr>
          <a:xfrm>
            <a:off x="685346" y="457200"/>
            <a:ext cx="7765321" cy="727838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57150" tIns="28575" rIns="57150" bIns="285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268" name="Google Shape;268;p59"/>
          <p:cNvSpPr txBox="1">
            <a:spLocks noGrp="1"/>
          </p:cNvSpPr>
          <p:nvPr>
            <p:ph type="body" idx="1"/>
          </p:nvPr>
        </p:nvSpPr>
        <p:spPr>
          <a:xfrm rot="5400000">
            <a:off x="3045975" y="-1061292"/>
            <a:ext cx="3044063" cy="776532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57150" tIns="28575" rIns="57150" bIns="28575" anchor="t" anchorCtr="0">
            <a:normAutofit/>
          </a:bodyPr>
          <a:lstStyle>
            <a:lvl1pPr marL="457200" lvl="0" indent="-279400" algn="l">
              <a:spcBef>
                <a:spcPts val="200"/>
              </a:spcBef>
              <a:spcAft>
                <a:spcPts val="0"/>
              </a:spcAft>
              <a:buSzPts val="800"/>
              <a:buChar char="◈"/>
              <a:defRPr/>
            </a:lvl1pPr>
            <a:lvl2pPr marL="914400" lvl="1" indent="-279400" algn="l">
              <a:spcBef>
                <a:spcPts val="500"/>
              </a:spcBef>
              <a:spcAft>
                <a:spcPts val="0"/>
              </a:spcAft>
              <a:buSzPts val="800"/>
              <a:buChar char="🞚"/>
              <a:defRPr/>
            </a:lvl2pPr>
            <a:lvl3pPr marL="1371600" lvl="2" indent="-279400" algn="l">
              <a:spcBef>
                <a:spcPts val="500"/>
              </a:spcBef>
              <a:spcAft>
                <a:spcPts val="0"/>
              </a:spcAft>
              <a:buSzPts val="800"/>
              <a:buChar char="◈"/>
              <a:defRPr/>
            </a:lvl3pPr>
            <a:lvl4pPr marL="1828800" lvl="3" indent="-279400" algn="l">
              <a:spcBef>
                <a:spcPts val="500"/>
              </a:spcBef>
              <a:spcAft>
                <a:spcPts val="0"/>
              </a:spcAft>
              <a:buSzPts val="800"/>
              <a:buChar char="🞚"/>
              <a:defRPr/>
            </a:lvl4pPr>
            <a:lvl5pPr marL="2286000" lvl="4" indent="-279400" algn="l">
              <a:spcBef>
                <a:spcPts val="500"/>
              </a:spcBef>
              <a:spcAft>
                <a:spcPts val="0"/>
              </a:spcAft>
              <a:buSzPts val="800"/>
              <a:buChar char="◈"/>
              <a:defRPr/>
            </a:lvl5pPr>
            <a:lvl6pPr marL="2743200" lvl="5" indent="-279400" algn="l">
              <a:spcBef>
                <a:spcPts val="500"/>
              </a:spcBef>
              <a:spcAft>
                <a:spcPts val="0"/>
              </a:spcAft>
              <a:buSzPts val="800"/>
              <a:buChar char="◈"/>
              <a:defRPr/>
            </a:lvl6pPr>
            <a:lvl7pPr marL="3200400" lvl="6" indent="-279400" algn="l">
              <a:spcBef>
                <a:spcPts val="500"/>
              </a:spcBef>
              <a:spcAft>
                <a:spcPts val="0"/>
              </a:spcAft>
              <a:buSzPts val="800"/>
              <a:buChar char="◈"/>
              <a:defRPr/>
            </a:lvl7pPr>
            <a:lvl8pPr marL="3657600" lvl="7" indent="-279400" algn="l">
              <a:spcBef>
                <a:spcPts val="500"/>
              </a:spcBef>
              <a:spcAft>
                <a:spcPts val="0"/>
              </a:spcAft>
              <a:buSzPts val="800"/>
              <a:buChar char="◈"/>
              <a:defRPr/>
            </a:lvl8pPr>
            <a:lvl9pPr marL="4114800" lvl="8" indent="-279400" algn="l">
              <a:spcBef>
                <a:spcPts val="500"/>
              </a:spcBef>
              <a:spcAft>
                <a:spcPts val="500"/>
              </a:spcAft>
              <a:buSzPts val="800"/>
              <a:buChar char="◈"/>
              <a:defRPr/>
            </a:lvl9pPr>
          </a:lstStyle>
          <a:p>
            <a:endParaRPr/>
          </a:p>
        </p:txBody>
      </p:sp>
      <p:sp>
        <p:nvSpPr>
          <p:cNvPr id="269" name="Google Shape;269;p59"/>
          <p:cNvSpPr txBox="1">
            <a:spLocks noGrp="1"/>
          </p:cNvSpPr>
          <p:nvPr>
            <p:ph type="dt" idx="10"/>
          </p:nvPr>
        </p:nvSpPr>
        <p:spPr>
          <a:xfrm>
            <a:off x="5759052" y="44124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270" name="Google Shape;270;p59"/>
          <p:cNvSpPr txBox="1">
            <a:spLocks noGrp="1"/>
          </p:cNvSpPr>
          <p:nvPr>
            <p:ph type="ftr" idx="11"/>
          </p:nvPr>
        </p:nvSpPr>
        <p:spPr>
          <a:xfrm>
            <a:off x="685347" y="4412457"/>
            <a:ext cx="500464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271" name="Google Shape;271;p59"/>
          <p:cNvSpPr txBox="1">
            <a:spLocks noGrp="1"/>
          </p:cNvSpPr>
          <p:nvPr>
            <p:ph type="sldNum" idx="12"/>
          </p:nvPr>
        </p:nvSpPr>
        <p:spPr>
          <a:xfrm>
            <a:off x="7885509" y="4412457"/>
            <a:ext cx="56515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60"/>
          <p:cNvSpPr txBox="1">
            <a:spLocks noGrp="1"/>
          </p:cNvSpPr>
          <p:nvPr>
            <p:ph type="title"/>
          </p:nvPr>
        </p:nvSpPr>
        <p:spPr>
          <a:xfrm rot="5400000">
            <a:off x="5650883" y="1543618"/>
            <a:ext cx="3886201" cy="1713365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57150" tIns="28575" rIns="57150" bIns="28575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Lustria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274" name="Google Shape;274;p60"/>
          <p:cNvSpPr txBox="1">
            <a:spLocks noGrp="1"/>
          </p:cNvSpPr>
          <p:nvPr>
            <p:ph type="body" idx="1"/>
          </p:nvPr>
        </p:nvSpPr>
        <p:spPr>
          <a:xfrm rot="5400000">
            <a:off x="1711073" y="-568527"/>
            <a:ext cx="3886201" cy="5937654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57150" tIns="28575" rIns="57150" bIns="28575" anchor="t" anchorCtr="0">
            <a:normAutofit/>
          </a:bodyPr>
          <a:lstStyle>
            <a:lvl1pPr marL="457200" lvl="0" indent="-279400" algn="l">
              <a:spcBef>
                <a:spcPts val="200"/>
              </a:spcBef>
              <a:spcAft>
                <a:spcPts val="0"/>
              </a:spcAft>
              <a:buSzPts val="800"/>
              <a:buChar char="◈"/>
              <a:defRPr/>
            </a:lvl1pPr>
            <a:lvl2pPr marL="914400" lvl="1" indent="-279400" algn="l">
              <a:spcBef>
                <a:spcPts val="500"/>
              </a:spcBef>
              <a:spcAft>
                <a:spcPts val="0"/>
              </a:spcAft>
              <a:buSzPts val="800"/>
              <a:buChar char="🞚"/>
              <a:defRPr/>
            </a:lvl2pPr>
            <a:lvl3pPr marL="1371600" lvl="2" indent="-279400" algn="l">
              <a:spcBef>
                <a:spcPts val="500"/>
              </a:spcBef>
              <a:spcAft>
                <a:spcPts val="0"/>
              </a:spcAft>
              <a:buSzPts val="800"/>
              <a:buChar char="◈"/>
              <a:defRPr/>
            </a:lvl3pPr>
            <a:lvl4pPr marL="1828800" lvl="3" indent="-279400" algn="l">
              <a:spcBef>
                <a:spcPts val="500"/>
              </a:spcBef>
              <a:spcAft>
                <a:spcPts val="0"/>
              </a:spcAft>
              <a:buSzPts val="800"/>
              <a:buChar char="🞚"/>
              <a:defRPr/>
            </a:lvl4pPr>
            <a:lvl5pPr marL="2286000" lvl="4" indent="-279400" algn="l">
              <a:spcBef>
                <a:spcPts val="500"/>
              </a:spcBef>
              <a:spcAft>
                <a:spcPts val="0"/>
              </a:spcAft>
              <a:buSzPts val="800"/>
              <a:buChar char="◈"/>
              <a:defRPr/>
            </a:lvl5pPr>
            <a:lvl6pPr marL="2743200" lvl="5" indent="-279400" algn="l">
              <a:spcBef>
                <a:spcPts val="500"/>
              </a:spcBef>
              <a:spcAft>
                <a:spcPts val="0"/>
              </a:spcAft>
              <a:buSzPts val="800"/>
              <a:buChar char="◈"/>
              <a:defRPr/>
            </a:lvl6pPr>
            <a:lvl7pPr marL="3200400" lvl="6" indent="-279400" algn="l">
              <a:spcBef>
                <a:spcPts val="500"/>
              </a:spcBef>
              <a:spcAft>
                <a:spcPts val="0"/>
              </a:spcAft>
              <a:buSzPts val="800"/>
              <a:buChar char="◈"/>
              <a:defRPr/>
            </a:lvl7pPr>
            <a:lvl8pPr marL="3657600" lvl="7" indent="-279400" algn="l">
              <a:spcBef>
                <a:spcPts val="500"/>
              </a:spcBef>
              <a:spcAft>
                <a:spcPts val="0"/>
              </a:spcAft>
              <a:buSzPts val="800"/>
              <a:buChar char="◈"/>
              <a:defRPr/>
            </a:lvl8pPr>
            <a:lvl9pPr marL="4114800" lvl="8" indent="-279400" algn="l">
              <a:spcBef>
                <a:spcPts val="500"/>
              </a:spcBef>
              <a:spcAft>
                <a:spcPts val="500"/>
              </a:spcAft>
              <a:buSzPts val="800"/>
              <a:buChar char="◈"/>
              <a:defRPr/>
            </a:lvl9pPr>
          </a:lstStyle>
          <a:p>
            <a:endParaRPr/>
          </a:p>
        </p:txBody>
      </p:sp>
      <p:sp>
        <p:nvSpPr>
          <p:cNvPr id="275" name="Google Shape;275;p60"/>
          <p:cNvSpPr txBox="1">
            <a:spLocks noGrp="1"/>
          </p:cNvSpPr>
          <p:nvPr>
            <p:ph type="dt" idx="10"/>
          </p:nvPr>
        </p:nvSpPr>
        <p:spPr>
          <a:xfrm>
            <a:off x="5759052" y="44124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276" name="Google Shape;276;p60"/>
          <p:cNvSpPr txBox="1">
            <a:spLocks noGrp="1"/>
          </p:cNvSpPr>
          <p:nvPr>
            <p:ph type="ftr" idx="11"/>
          </p:nvPr>
        </p:nvSpPr>
        <p:spPr>
          <a:xfrm>
            <a:off x="685347" y="4412457"/>
            <a:ext cx="500464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277" name="Google Shape;277;p60"/>
          <p:cNvSpPr txBox="1">
            <a:spLocks noGrp="1"/>
          </p:cNvSpPr>
          <p:nvPr>
            <p:ph type="sldNum" idx="12"/>
          </p:nvPr>
        </p:nvSpPr>
        <p:spPr>
          <a:xfrm>
            <a:off x="7885509" y="4412457"/>
            <a:ext cx="56515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62"/>
          <p:cNvSpPr txBox="1">
            <a:spLocks noGrp="1"/>
          </p:cNvSpPr>
          <p:nvPr>
            <p:ph type="title"/>
          </p:nvPr>
        </p:nvSpPr>
        <p:spPr>
          <a:xfrm>
            <a:off x="685346" y="457200"/>
            <a:ext cx="7765322" cy="727838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6" name="Google Shape;286;p62"/>
          <p:cNvSpPr txBox="1">
            <a:spLocks noGrp="1"/>
          </p:cNvSpPr>
          <p:nvPr>
            <p:ph type="dt" idx="10"/>
          </p:nvPr>
        </p:nvSpPr>
        <p:spPr>
          <a:xfrm>
            <a:off x="5759052" y="44124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7" name="Google Shape;287;p62"/>
          <p:cNvSpPr txBox="1">
            <a:spLocks noGrp="1"/>
          </p:cNvSpPr>
          <p:nvPr>
            <p:ph type="ftr" idx="11"/>
          </p:nvPr>
        </p:nvSpPr>
        <p:spPr>
          <a:xfrm>
            <a:off x="685347" y="4412457"/>
            <a:ext cx="500464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8" name="Google Shape;288;p62"/>
          <p:cNvSpPr txBox="1">
            <a:spLocks noGrp="1"/>
          </p:cNvSpPr>
          <p:nvPr>
            <p:ph type="sldNum" idx="12"/>
          </p:nvPr>
        </p:nvSpPr>
        <p:spPr>
          <a:xfrm>
            <a:off x="7885509" y="4412457"/>
            <a:ext cx="56515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63"/>
          <p:cNvSpPr txBox="1">
            <a:spLocks noGrp="1"/>
          </p:cNvSpPr>
          <p:nvPr>
            <p:ph type="title"/>
          </p:nvPr>
        </p:nvSpPr>
        <p:spPr>
          <a:xfrm>
            <a:off x="685346" y="457200"/>
            <a:ext cx="7765322" cy="727838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1" name="Google Shape;291;p63"/>
          <p:cNvSpPr txBox="1">
            <a:spLocks noGrp="1"/>
          </p:cNvSpPr>
          <p:nvPr>
            <p:ph type="body" idx="1"/>
          </p:nvPr>
        </p:nvSpPr>
        <p:spPr>
          <a:xfrm>
            <a:off x="685346" y="1299338"/>
            <a:ext cx="7765322" cy="3044063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08610" algn="l">
              <a:spcBef>
                <a:spcPts val="360"/>
              </a:spcBef>
              <a:spcAft>
                <a:spcPts val="0"/>
              </a:spcAft>
              <a:buSzPts val="1260"/>
              <a:buChar char="◈"/>
              <a:defRPr/>
            </a:lvl1pPr>
            <a:lvl2pPr marL="914400" lvl="1" indent="-30861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2pPr>
            <a:lvl3pPr marL="1371600" lvl="2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3pPr>
            <a:lvl4pPr marL="1828800" lvl="3" indent="-30861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4pPr>
            <a:lvl5pPr marL="2286000" lvl="4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5pPr>
            <a:lvl6pPr marL="2743200" lvl="5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6pPr>
            <a:lvl7pPr marL="3200400" lvl="6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7pPr>
            <a:lvl8pPr marL="3657600" lvl="7" indent="-308609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8pPr>
            <a:lvl9pPr marL="4114800" lvl="8" indent="-308609" algn="l">
              <a:spcBef>
                <a:spcPts val="600"/>
              </a:spcBef>
              <a:spcAft>
                <a:spcPts val="600"/>
              </a:spcAft>
              <a:buSzPts val="1260"/>
              <a:buChar char="◈"/>
              <a:defRPr/>
            </a:lvl9pPr>
          </a:lstStyle>
          <a:p>
            <a:endParaRPr/>
          </a:p>
        </p:txBody>
      </p:sp>
      <p:sp>
        <p:nvSpPr>
          <p:cNvPr id="292" name="Google Shape;292;p63"/>
          <p:cNvSpPr txBox="1">
            <a:spLocks noGrp="1"/>
          </p:cNvSpPr>
          <p:nvPr>
            <p:ph type="dt" idx="10"/>
          </p:nvPr>
        </p:nvSpPr>
        <p:spPr>
          <a:xfrm>
            <a:off x="5759052" y="44124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3" name="Google Shape;293;p63"/>
          <p:cNvSpPr txBox="1">
            <a:spLocks noGrp="1"/>
          </p:cNvSpPr>
          <p:nvPr>
            <p:ph type="ftr" idx="11"/>
          </p:nvPr>
        </p:nvSpPr>
        <p:spPr>
          <a:xfrm>
            <a:off x="685347" y="4412457"/>
            <a:ext cx="500464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4" name="Google Shape;294;p63"/>
          <p:cNvSpPr txBox="1">
            <a:spLocks noGrp="1"/>
          </p:cNvSpPr>
          <p:nvPr>
            <p:ph type="sldNum" idx="12"/>
          </p:nvPr>
        </p:nvSpPr>
        <p:spPr>
          <a:xfrm>
            <a:off x="7885509" y="4412457"/>
            <a:ext cx="56515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64"/>
          <p:cNvSpPr txBox="1">
            <a:spLocks noGrp="1"/>
          </p:cNvSpPr>
          <p:nvPr>
            <p:ph type="ctrTitle"/>
          </p:nvPr>
        </p:nvSpPr>
        <p:spPr>
          <a:xfrm>
            <a:off x="1028020" y="1327156"/>
            <a:ext cx="7080026" cy="137160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400"/>
              <a:buFont typeface="Lustria"/>
              <a:buNone/>
              <a:defRPr sz="5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7" name="Google Shape;297;p64"/>
          <p:cNvSpPr txBox="1">
            <a:spLocks noGrp="1"/>
          </p:cNvSpPr>
          <p:nvPr>
            <p:ph type="subTitle" idx="1"/>
          </p:nvPr>
        </p:nvSpPr>
        <p:spPr>
          <a:xfrm>
            <a:off x="1028020" y="2698754"/>
            <a:ext cx="7080026" cy="7874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4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126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98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98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98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98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98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600"/>
              </a:spcBef>
              <a:spcAft>
                <a:spcPts val="600"/>
              </a:spcAft>
              <a:buSzPts val="98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8" name="Google Shape;298;p64"/>
          <p:cNvSpPr txBox="1">
            <a:spLocks noGrp="1"/>
          </p:cNvSpPr>
          <p:nvPr>
            <p:ph type="dt" idx="10"/>
          </p:nvPr>
        </p:nvSpPr>
        <p:spPr>
          <a:xfrm>
            <a:off x="5759052" y="44124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9" name="Google Shape;299;p64"/>
          <p:cNvSpPr txBox="1">
            <a:spLocks noGrp="1"/>
          </p:cNvSpPr>
          <p:nvPr>
            <p:ph type="ftr" idx="11"/>
          </p:nvPr>
        </p:nvSpPr>
        <p:spPr>
          <a:xfrm>
            <a:off x="685347" y="4412457"/>
            <a:ext cx="500464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0" name="Google Shape;300;p64"/>
          <p:cNvSpPr txBox="1">
            <a:spLocks noGrp="1"/>
          </p:cNvSpPr>
          <p:nvPr>
            <p:ph type="sldNum" idx="12"/>
          </p:nvPr>
        </p:nvSpPr>
        <p:spPr>
          <a:xfrm>
            <a:off x="7885509" y="4412457"/>
            <a:ext cx="56515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65"/>
          <p:cNvSpPr txBox="1">
            <a:spLocks noGrp="1"/>
          </p:cNvSpPr>
          <p:nvPr>
            <p:ph type="title"/>
          </p:nvPr>
        </p:nvSpPr>
        <p:spPr>
          <a:xfrm>
            <a:off x="971551" y="1320801"/>
            <a:ext cx="7192913" cy="137161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  <a:defRPr sz="40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3" name="Google Shape;303;p65"/>
          <p:cNvSpPr txBox="1">
            <a:spLocks noGrp="1"/>
          </p:cNvSpPr>
          <p:nvPr>
            <p:ph type="body" idx="1"/>
          </p:nvPr>
        </p:nvSpPr>
        <p:spPr>
          <a:xfrm>
            <a:off x="971551" y="2692409"/>
            <a:ext cx="7192913" cy="113029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400"/>
              </a:spcBef>
              <a:spcAft>
                <a:spcPts val="0"/>
              </a:spcAft>
              <a:buSzPts val="1400"/>
              <a:buNone/>
              <a:defRPr sz="200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26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98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98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98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98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98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98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04" name="Google Shape;304;p65"/>
          <p:cNvSpPr txBox="1">
            <a:spLocks noGrp="1"/>
          </p:cNvSpPr>
          <p:nvPr>
            <p:ph type="dt" idx="10"/>
          </p:nvPr>
        </p:nvSpPr>
        <p:spPr>
          <a:xfrm>
            <a:off x="5759052" y="44124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5" name="Google Shape;305;p65"/>
          <p:cNvSpPr txBox="1">
            <a:spLocks noGrp="1"/>
          </p:cNvSpPr>
          <p:nvPr>
            <p:ph type="ftr" idx="11"/>
          </p:nvPr>
        </p:nvSpPr>
        <p:spPr>
          <a:xfrm>
            <a:off x="685347" y="4412457"/>
            <a:ext cx="500464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6" name="Google Shape;306;p65"/>
          <p:cNvSpPr txBox="1">
            <a:spLocks noGrp="1"/>
          </p:cNvSpPr>
          <p:nvPr>
            <p:ph type="sldNum" idx="12"/>
          </p:nvPr>
        </p:nvSpPr>
        <p:spPr>
          <a:xfrm>
            <a:off x="7885509" y="4412457"/>
            <a:ext cx="56515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66"/>
          <p:cNvSpPr txBox="1">
            <a:spLocks noGrp="1"/>
          </p:cNvSpPr>
          <p:nvPr>
            <p:ph type="title"/>
          </p:nvPr>
        </p:nvSpPr>
        <p:spPr>
          <a:xfrm>
            <a:off x="685346" y="457200"/>
            <a:ext cx="7765322" cy="727838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9" name="Google Shape;309;p66"/>
          <p:cNvSpPr txBox="1">
            <a:spLocks noGrp="1"/>
          </p:cNvSpPr>
          <p:nvPr>
            <p:ph type="body" idx="1"/>
          </p:nvPr>
        </p:nvSpPr>
        <p:spPr>
          <a:xfrm>
            <a:off x="685347" y="1299337"/>
            <a:ext cx="3795373" cy="3044063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08610" algn="l">
              <a:spcBef>
                <a:spcPts val="360"/>
              </a:spcBef>
              <a:spcAft>
                <a:spcPts val="0"/>
              </a:spcAft>
              <a:buSzPts val="1260"/>
              <a:buChar char="◈"/>
              <a:defRPr/>
            </a:lvl1pPr>
            <a:lvl2pPr marL="914400" lvl="1" indent="-30861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2pPr>
            <a:lvl3pPr marL="1371600" lvl="2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3pPr>
            <a:lvl4pPr marL="1828800" lvl="3" indent="-30861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4pPr>
            <a:lvl5pPr marL="2286000" lvl="4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5pPr>
            <a:lvl6pPr marL="2743200" lvl="5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6pPr>
            <a:lvl7pPr marL="3200400" lvl="6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7pPr>
            <a:lvl8pPr marL="3657600" lvl="7" indent="-308609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8pPr>
            <a:lvl9pPr marL="4114800" lvl="8" indent="-308609" algn="l">
              <a:spcBef>
                <a:spcPts val="600"/>
              </a:spcBef>
              <a:spcAft>
                <a:spcPts val="600"/>
              </a:spcAft>
              <a:buSzPts val="1260"/>
              <a:buChar char="◈"/>
              <a:defRPr/>
            </a:lvl9pPr>
          </a:lstStyle>
          <a:p>
            <a:endParaRPr/>
          </a:p>
        </p:txBody>
      </p:sp>
      <p:sp>
        <p:nvSpPr>
          <p:cNvPr id="310" name="Google Shape;310;p66"/>
          <p:cNvSpPr txBox="1">
            <a:spLocks noGrp="1"/>
          </p:cNvSpPr>
          <p:nvPr>
            <p:ph type="body" idx="2"/>
          </p:nvPr>
        </p:nvSpPr>
        <p:spPr>
          <a:xfrm>
            <a:off x="4652169" y="1299338"/>
            <a:ext cx="3798499" cy="3044063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08610" algn="l">
              <a:spcBef>
                <a:spcPts val="360"/>
              </a:spcBef>
              <a:spcAft>
                <a:spcPts val="0"/>
              </a:spcAft>
              <a:buSzPts val="1260"/>
              <a:buChar char="◈"/>
              <a:defRPr/>
            </a:lvl1pPr>
            <a:lvl2pPr marL="914400" lvl="1" indent="-30861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2pPr>
            <a:lvl3pPr marL="1371600" lvl="2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3pPr>
            <a:lvl4pPr marL="1828800" lvl="3" indent="-30861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4pPr>
            <a:lvl5pPr marL="2286000" lvl="4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5pPr>
            <a:lvl6pPr marL="2743200" lvl="5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6pPr>
            <a:lvl7pPr marL="3200400" lvl="6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7pPr>
            <a:lvl8pPr marL="3657600" lvl="7" indent="-308609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8pPr>
            <a:lvl9pPr marL="4114800" lvl="8" indent="-308609" algn="l">
              <a:spcBef>
                <a:spcPts val="600"/>
              </a:spcBef>
              <a:spcAft>
                <a:spcPts val="600"/>
              </a:spcAft>
              <a:buSzPts val="1260"/>
              <a:buChar char="◈"/>
              <a:defRPr/>
            </a:lvl9pPr>
          </a:lstStyle>
          <a:p>
            <a:endParaRPr/>
          </a:p>
        </p:txBody>
      </p:sp>
      <p:sp>
        <p:nvSpPr>
          <p:cNvPr id="311" name="Google Shape;311;p66"/>
          <p:cNvSpPr txBox="1">
            <a:spLocks noGrp="1"/>
          </p:cNvSpPr>
          <p:nvPr>
            <p:ph type="dt" idx="10"/>
          </p:nvPr>
        </p:nvSpPr>
        <p:spPr>
          <a:xfrm>
            <a:off x="5759052" y="44124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2" name="Google Shape;312;p66"/>
          <p:cNvSpPr txBox="1">
            <a:spLocks noGrp="1"/>
          </p:cNvSpPr>
          <p:nvPr>
            <p:ph type="ftr" idx="11"/>
          </p:nvPr>
        </p:nvSpPr>
        <p:spPr>
          <a:xfrm>
            <a:off x="685347" y="4412457"/>
            <a:ext cx="500464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3" name="Google Shape;313;p66"/>
          <p:cNvSpPr txBox="1">
            <a:spLocks noGrp="1"/>
          </p:cNvSpPr>
          <p:nvPr>
            <p:ph type="sldNum" idx="12"/>
          </p:nvPr>
        </p:nvSpPr>
        <p:spPr>
          <a:xfrm>
            <a:off x="7885509" y="4412457"/>
            <a:ext cx="56515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" name="Google Shape;315;p67" descr="Slate-V2-SD-compPhotoInset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85345" y="1327742"/>
            <a:ext cx="2840567" cy="308471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67" descr="Slate-V2-SD-compPhotoInset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63245" y="1327742"/>
            <a:ext cx="2840567" cy="3084715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67"/>
          <p:cNvSpPr txBox="1">
            <a:spLocks noGrp="1"/>
          </p:cNvSpPr>
          <p:nvPr>
            <p:ph type="title"/>
          </p:nvPr>
        </p:nvSpPr>
        <p:spPr>
          <a:xfrm>
            <a:off x="685346" y="457200"/>
            <a:ext cx="7765322" cy="727838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8" name="Google Shape;318;p67"/>
          <p:cNvSpPr txBox="1">
            <a:spLocks noGrp="1"/>
          </p:cNvSpPr>
          <p:nvPr>
            <p:ph type="body" idx="1"/>
          </p:nvPr>
        </p:nvSpPr>
        <p:spPr>
          <a:xfrm>
            <a:off x="754404" y="1376441"/>
            <a:ext cx="3657258" cy="408663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spcBef>
                <a:spcPts val="480"/>
              </a:spcBef>
              <a:spcAft>
                <a:spcPts val="0"/>
              </a:spcAft>
              <a:buSzPts val="1680"/>
              <a:buNone/>
              <a:defRPr sz="2400" b="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260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sz="1600" b="1"/>
            </a:lvl9pPr>
          </a:lstStyle>
          <a:p>
            <a:endParaRPr/>
          </a:p>
        </p:txBody>
      </p:sp>
      <p:sp>
        <p:nvSpPr>
          <p:cNvPr id="319" name="Google Shape;319;p67"/>
          <p:cNvSpPr txBox="1">
            <a:spLocks noGrp="1"/>
          </p:cNvSpPr>
          <p:nvPr>
            <p:ph type="body" idx="2"/>
          </p:nvPr>
        </p:nvSpPr>
        <p:spPr>
          <a:xfrm>
            <a:off x="754404" y="1785104"/>
            <a:ext cx="3657258" cy="2558297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08610" algn="l">
              <a:spcBef>
                <a:spcPts val="360"/>
              </a:spcBef>
              <a:spcAft>
                <a:spcPts val="0"/>
              </a:spcAft>
              <a:buSzPts val="1260"/>
              <a:buChar char="◈"/>
              <a:defRPr sz="1800"/>
            </a:lvl1pPr>
            <a:lvl2pPr marL="914400" lvl="1" indent="-299719" algn="l">
              <a:spcBef>
                <a:spcPts val="600"/>
              </a:spcBef>
              <a:spcAft>
                <a:spcPts val="0"/>
              </a:spcAft>
              <a:buSzPts val="1120"/>
              <a:buChar char="🞚"/>
              <a:defRPr sz="1600"/>
            </a:lvl2pPr>
            <a:lvl3pPr marL="1371600" lvl="2" indent="-290830" algn="l">
              <a:spcBef>
                <a:spcPts val="600"/>
              </a:spcBef>
              <a:spcAft>
                <a:spcPts val="0"/>
              </a:spcAft>
              <a:buSzPts val="980"/>
              <a:buChar char="◈"/>
              <a:defRPr sz="1400"/>
            </a:lvl3pPr>
            <a:lvl4pPr marL="1828800" lvl="3" indent="-281939" algn="l">
              <a:spcBef>
                <a:spcPts val="600"/>
              </a:spcBef>
              <a:spcAft>
                <a:spcPts val="0"/>
              </a:spcAft>
              <a:buSzPts val="840"/>
              <a:buChar char="🞚"/>
              <a:defRPr sz="1200"/>
            </a:lvl4pPr>
            <a:lvl5pPr marL="2286000" lvl="4" indent="-281939" algn="l">
              <a:spcBef>
                <a:spcPts val="600"/>
              </a:spcBef>
              <a:spcAft>
                <a:spcPts val="0"/>
              </a:spcAft>
              <a:buSzPts val="840"/>
              <a:buChar char="◈"/>
              <a:defRPr sz="1200"/>
            </a:lvl5pPr>
            <a:lvl6pPr marL="2743200" lvl="5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6pPr>
            <a:lvl7pPr marL="3200400" lvl="6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7pPr>
            <a:lvl8pPr marL="3657600" lvl="7" indent="-308609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8pPr>
            <a:lvl9pPr marL="4114800" lvl="8" indent="-308609" algn="l">
              <a:spcBef>
                <a:spcPts val="600"/>
              </a:spcBef>
              <a:spcAft>
                <a:spcPts val="600"/>
              </a:spcAft>
              <a:buSzPts val="1260"/>
              <a:buChar char="◈"/>
              <a:defRPr/>
            </a:lvl9pPr>
          </a:lstStyle>
          <a:p>
            <a:endParaRPr/>
          </a:p>
        </p:txBody>
      </p:sp>
      <p:sp>
        <p:nvSpPr>
          <p:cNvPr id="320" name="Google Shape;320;p67"/>
          <p:cNvSpPr txBox="1">
            <a:spLocks noGrp="1"/>
          </p:cNvSpPr>
          <p:nvPr>
            <p:ph type="body" idx="3"/>
          </p:nvPr>
        </p:nvSpPr>
        <p:spPr>
          <a:xfrm>
            <a:off x="4721225" y="1376441"/>
            <a:ext cx="3671498" cy="40866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spcBef>
                <a:spcPts val="480"/>
              </a:spcBef>
              <a:spcAft>
                <a:spcPts val="0"/>
              </a:spcAft>
              <a:buSzPts val="1680"/>
              <a:buNone/>
              <a:defRPr sz="2400" b="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260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sz="1600" b="1"/>
            </a:lvl9pPr>
          </a:lstStyle>
          <a:p>
            <a:endParaRPr/>
          </a:p>
        </p:txBody>
      </p:sp>
      <p:sp>
        <p:nvSpPr>
          <p:cNvPr id="321" name="Google Shape;321;p67"/>
          <p:cNvSpPr txBox="1">
            <a:spLocks noGrp="1"/>
          </p:cNvSpPr>
          <p:nvPr>
            <p:ph type="body" idx="4"/>
          </p:nvPr>
        </p:nvSpPr>
        <p:spPr>
          <a:xfrm>
            <a:off x="4721225" y="1785104"/>
            <a:ext cx="3671498" cy="2558297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08610" algn="l">
              <a:spcBef>
                <a:spcPts val="360"/>
              </a:spcBef>
              <a:spcAft>
                <a:spcPts val="0"/>
              </a:spcAft>
              <a:buSzPts val="1260"/>
              <a:buChar char="◈"/>
              <a:defRPr sz="1800"/>
            </a:lvl1pPr>
            <a:lvl2pPr marL="914400" lvl="1" indent="-299719" algn="l">
              <a:spcBef>
                <a:spcPts val="600"/>
              </a:spcBef>
              <a:spcAft>
                <a:spcPts val="0"/>
              </a:spcAft>
              <a:buSzPts val="1120"/>
              <a:buChar char="🞚"/>
              <a:defRPr sz="1600"/>
            </a:lvl2pPr>
            <a:lvl3pPr marL="1371600" lvl="2" indent="-290830" algn="l">
              <a:spcBef>
                <a:spcPts val="600"/>
              </a:spcBef>
              <a:spcAft>
                <a:spcPts val="0"/>
              </a:spcAft>
              <a:buSzPts val="980"/>
              <a:buChar char="◈"/>
              <a:defRPr sz="1400"/>
            </a:lvl3pPr>
            <a:lvl4pPr marL="1828800" lvl="3" indent="-281939" algn="l">
              <a:spcBef>
                <a:spcPts val="600"/>
              </a:spcBef>
              <a:spcAft>
                <a:spcPts val="0"/>
              </a:spcAft>
              <a:buSzPts val="840"/>
              <a:buChar char="🞚"/>
              <a:defRPr sz="1200"/>
            </a:lvl4pPr>
            <a:lvl5pPr marL="2286000" lvl="4" indent="-281939" algn="l">
              <a:spcBef>
                <a:spcPts val="600"/>
              </a:spcBef>
              <a:spcAft>
                <a:spcPts val="0"/>
              </a:spcAft>
              <a:buSzPts val="840"/>
              <a:buChar char="◈"/>
              <a:defRPr sz="1200"/>
            </a:lvl5pPr>
            <a:lvl6pPr marL="2743200" lvl="5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6pPr>
            <a:lvl7pPr marL="3200400" lvl="6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7pPr>
            <a:lvl8pPr marL="3657600" lvl="7" indent="-308609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8pPr>
            <a:lvl9pPr marL="4114800" lvl="8" indent="-308609" algn="l">
              <a:spcBef>
                <a:spcPts val="600"/>
              </a:spcBef>
              <a:spcAft>
                <a:spcPts val="600"/>
              </a:spcAft>
              <a:buSzPts val="1260"/>
              <a:buChar char="◈"/>
              <a:defRPr/>
            </a:lvl9pPr>
          </a:lstStyle>
          <a:p>
            <a:endParaRPr/>
          </a:p>
        </p:txBody>
      </p:sp>
      <p:sp>
        <p:nvSpPr>
          <p:cNvPr id="322" name="Google Shape;322;p67"/>
          <p:cNvSpPr txBox="1">
            <a:spLocks noGrp="1"/>
          </p:cNvSpPr>
          <p:nvPr>
            <p:ph type="dt" idx="10"/>
          </p:nvPr>
        </p:nvSpPr>
        <p:spPr>
          <a:xfrm>
            <a:off x="5759052" y="44124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3" name="Google Shape;323;p67"/>
          <p:cNvSpPr txBox="1">
            <a:spLocks noGrp="1"/>
          </p:cNvSpPr>
          <p:nvPr>
            <p:ph type="ftr" idx="11"/>
          </p:nvPr>
        </p:nvSpPr>
        <p:spPr>
          <a:xfrm>
            <a:off x="685347" y="4412457"/>
            <a:ext cx="500464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4" name="Google Shape;324;p67"/>
          <p:cNvSpPr txBox="1">
            <a:spLocks noGrp="1"/>
          </p:cNvSpPr>
          <p:nvPr>
            <p:ph type="sldNum" idx="12"/>
          </p:nvPr>
        </p:nvSpPr>
        <p:spPr>
          <a:xfrm>
            <a:off x="7885509" y="4412457"/>
            <a:ext cx="56515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68"/>
          <p:cNvSpPr txBox="1">
            <a:spLocks noGrp="1"/>
          </p:cNvSpPr>
          <p:nvPr>
            <p:ph type="dt" idx="10"/>
          </p:nvPr>
        </p:nvSpPr>
        <p:spPr>
          <a:xfrm>
            <a:off x="5759052" y="44124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7" name="Google Shape;327;p68"/>
          <p:cNvSpPr txBox="1">
            <a:spLocks noGrp="1"/>
          </p:cNvSpPr>
          <p:nvPr>
            <p:ph type="ftr" idx="11"/>
          </p:nvPr>
        </p:nvSpPr>
        <p:spPr>
          <a:xfrm>
            <a:off x="685347" y="4412457"/>
            <a:ext cx="500464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8" name="Google Shape;328;p68"/>
          <p:cNvSpPr txBox="1">
            <a:spLocks noGrp="1"/>
          </p:cNvSpPr>
          <p:nvPr>
            <p:ph type="sldNum" idx="12"/>
          </p:nvPr>
        </p:nvSpPr>
        <p:spPr>
          <a:xfrm>
            <a:off x="7885509" y="4412457"/>
            <a:ext cx="56515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69"/>
          <p:cNvSpPr txBox="1">
            <a:spLocks noGrp="1"/>
          </p:cNvSpPr>
          <p:nvPr>
            <p:ph type="title"/>
          </p:nvPr>
        </p:nvSpPr>
        <p:spPr>
          <a:xfrm>
            <a:off x="685347" y="457200"/>
            <a:ext cx="2780167" cy="136643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Lustria"/>
              <a:buNone/>
              <a:defRPr sz="24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1" name="Google Shape;331;p69"/>
          <p:cNvSpPr txBox="1">
            <a:spLocks noGrp="1"/>
          </p:cNvSpPr>
          <p:nvPr>
            <p:ph type="body" idx="1"/>
          </p:nvPr>
        </p:nvSpPr>
        <p:spPr>
          <a:xfrm>
            <a:off x="3641725" y="457200"/>
            <a:ext cx="4808943" cy="38862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08610" algn="l">
              <a:spcBef>
                <a:spcPts val="360"/>
              </a:spcBef>
              <a:spcAft>
                <a:spcPts val="0"/>
              </a:spcAft>
              <a:buSzPts val="1260"/>
              <a:buChar char="◈"/>
              <a:defRPr/>
            </a:lvl1pPr>
            <a:lvl2pPr marL="914400" lvl="1" indent="-30861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2pPr>
            <a:lvl3pPr marL="1371600" lvl="2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3pPr>
            <a:lvl4pPr marL="1828800" lvl="3" indent="-30861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4pPr>
            <a:lvl5pPr marL="2286000" lvl="4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5pPr>
            <a:lvl6pPr marL="2743200" lvl="5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6pPr>
            <a:lvl7pPr marL="3200400" lvl="6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7pPr>
            <a:lvl8pPr marL="3657600" lvl="7" indent="-308609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8pPr>
            <a:lvl9pPr marL="4114800" lvl="8" indent="-308609" algn="l">
              <a:spcBef>
                <a:spcPts val="600"/>
              </a:spcBef>
              <a:spcAft>
                <a:spcPts val="600"/>
              </a:spcAft>
              <a:buSzPts val="1260"/>
              <a:buChar char="◈"/>
              <a:defRPr/>
            </a:lvl9pPr>
          </a:lstStyle>
          <a:p>
            <a:endParaRPr/>
          </a:p>
        </p:txBody>
      </p:sp>
      <p:sp>
        <p:nvSpPr>
          <p:cNvPr id="332" name="Google Shape;332;p69"/>
          <p:cNvSpPr txBox="1">
            <a:spLocks noGrp="1"/>
          </p:cNvSpPr>
          <p:nvPr>
            <p:ph type="body" idx="2"/>
          </p:nvPr>
        </p:nvSpPr>
        <p:spPr>
          <a:xfrm>
            <a:off x="685347" y="1823639"/>
            <a:ext cx="2780167" cy="251976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320"/>
              </a:spcBef>
              <a:spcAft>
                <a:spcPts val="0"/>
              </a:spcAft>
              <a:buSzPts val="1120"/>
              <a:buNone/>
              <a:defRPr sz="16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630"/>
              <a:buNone/>
              <a:defRPr sz="900"/>
            </a:lvl9pPr>
          </a:lstStyle>
          <a:p>
            <a:endParaRPr/>
          </a:p>
        </p:txBody>
      </p:sp>
      <p:sp>
        <p:nvSpPr>
          <p:cNvPr id="333" name="Google Shape;333;p69"/>
          <p:cNvSpPr txBox="1">
            <a:spLocks noGrp="1"/>
          </p:cNvSpPr>
          <p:nvPr>
            <p:ph type="dt" idx="10"/>
          </p:nvPr>
        </p:nvSpPr>
        <p:spPr>
          <a:xfrm>
            <a:off x="5759052" y="44124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4" name="Google Shape;334;p69"/>
          <p:cNvSpPr txBox="1">
            <a:spLocks noGrp="1"/>
          </p:cNvSpPr>
          <p:nvPr>
            <p:ph type="ftr" idx="11"/>
          </p:nvPr>
        </p:nvSpPr>
        <p:spPr>
          <a:xfrm>
            <a:off x="685347" y="4412457"/>
            <a:ext cx="500464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5" name="Google Shape;335;p69"/>
          <p:cNvSpPr txBox="1">
            <a:spLocks noGrp="1"/>
          </p:cNvSpPr>
          <p:nvPr>
            <p:ph type="sldNum" idx="12"/>
          </p:nvPr>
        </p:nvSpPr>
        <p:spPr>
          <a:xfrm>
            <a:off x="7885509" y="4412457"/>
            <a:ext cx="56515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70" descr="Slate-V2-SD-vertPhotoInset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844987" y="457442"/>
            <a:ext cx="2571109" cy="3904104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70"/>
          <p:cNvSpPr txBox="1">
            <a:spLocks noGrp="1"/>
          </p:cNvSpPr>
          <p:nvPr>
            <p:ph type="title"/>
          </p:nvPr>
        </p:nvSpPr>
        <p:spPr>
          <a:xfrm>
            <a:off x="685347" y="457442"/>
            <a:ext cx="3924676" cy="1372004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Lustria"/>
              <a:buNone/>
              <a:defRPr sz="32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9" name="Google Shape;339;p70"/>
          <p:cNvSpPr>
            <a:spLocks noGrp="1"/>
          </p:cNvSpPr>
          <p:nvPr>
            <p:ph type="pic" idx="2"/>
          </p:nvPr>
        </p:nvSpPr>
        <p:spPr>
          <a:xfrm>
            <a:off x="4976728" y="557992"/>
            <a:ext cx="3165375" cy="3684617"/>
          </a:xfrm>
          <a:prstGeom prst="rect">
            <a:avLst/>
          </a:prstGeom>
          <a:noFill/>
          <a:ln>
            <a:noFill/>
          </a:ln>
          <a:effectLst>
            <a:outerShdw blurRad="38100" dist="25400" dir="4440000">
              <a:srgbClr val="000000">
                <a:alpha val="35686"/>
              </a:srgbClr>
            </a:outerShdw>
          </a:effectLst>
        </p:spPr>
      </p:sp>
      <p:sp>
        <p:nvSpPr>
          <p:cNvPr id="340" name="Google Shape;340;p70"/>
          <p:cNvSpPr txBox="1">
            <a:spLocks noGrp="1"/>
          </p:cNvSpPr>
          <p:nvPr>
            <p:ph type="body" idx="1"/>
          </p:nvPr>
        </p:nvSpPr>
        <p:spPr>
          <a:xfrm>
            <a:off x="685347" y="1829446"/>
            <a:ext cx="3924676" cy="253210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320"/>
              </a:spcBef>
              <a:spcAft>
                <a:spcPts val="0"/>
              </a:spcAft>
              <a:buSzPts val="1120"/>
              <a:buNone/>
              <a:defRPr sz="16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630"/>
              <a:buNone/>
              <a:defRPr sz="900"/>
            </a:lvl9pPr>
          </a:lstStyle>
          <a:p>
            <a:endParaRPr/>
          </a:p>
        </p:txBody>
      </p:sp>
      <p:sp>
        <p:nvSpPr>
          <p:cNvPr id="341" name="Google Shape;341;p70"/>
          <p:cNvSpPr txBox="1">
            <a:spLocks noGrp="1"/>
          </p:cNvSpPr>
          <p:nvPr>
            <p:ph type="dt" idx="10"/>
          </p:nvPr>
        </p:nvSpPr>
        <p:spPr>
          <a:xfrm>
            <a:off x="5759052" y="44124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2" name="Google Shape;342;p70"/>
          <p:cNvSpPr txBox="1">
            <a:spLocks noGrp="1"/>
          </p:cNvSpPr>
          <p:nvPr>
            <p:ph type="ftr" idx="11"/>
          </p:nvPr>
        </p:nvSpPr>
        <p:spPr>
          <a:xfrm>
            <a:off x="685347" y="4412457"/>
            <a:ext cx="500464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3" name="Google Shape;343;p70"/>
          <p:cNvSpPr txBox="1">
            <a:spLocks noGrp="1"/>
          </p:cNvSpPr>
          <p:nvPr>
            <p:ph type="sldNum" idx="12"/>
          </p:nvPr>
        </p:nvSpPr>
        <p:spPr>
          <a:xfrm>
            <a:off x="7885509" y="4412457"/>
            <a:ext cx="56515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noramic Picture with Caption">
  <p:cSld name="Panoramic Picture with Caption"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5" name="Google Shape;345;p71" descr="Slate-V2-SD-panoPhotoInset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43995" y="405064"/>
            <a:ext cx="5742008" cy="2875780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71"/>
          <p:cNvSpPr txBox="1">
            <a:spLocks noGrp="1"/>
          </p:cNvSpPr>
          <p:nvPr>
            <p:ph type="title"/>
          </p:nvPr>
        </p:nvSpPr>
        <p:spPr>
          <a:xfrm>
            <a:off x="685354" y="3423941"/>
            <a:ext cx="7766495" cy="407604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Lustria"/>
              <a:buNone/>
              <a:defRPr sz="2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7" name="Google Shape;347;p71"/>
          <p:cNvSpPr>
            <a:spLocks noGrp="1"/>
          </p:cNvSpPr>
          <p:nvPr>
            <p:ph type="pic" idx="2"/>
          </p:nvPr>
        </p:nvSpPr>
        <p:spPr>
          <a:xfrm>
            <a:off x="926217" y="521258"/>
            <a:ext cx="7285600" cy="2644253"/>
          </a:xfrm>
          <a:prstGeom prst="rect">
            <a:avLst/>
          </a:prstGeom>
          <a:noFill/>
          <a:ln>
            <a:noFill/>
          </a:ln>
          <a:effectLst>
            <a:outerShdw blurRad="38100" dist="25400" dir="4440000">
              <a:srgbClr val="000000">
                <a:alpha val="35686"/>
              </a:srgbClr>
            </a:outerShdw>
          </a:effectLst>
        </p:spPr>
      </p:sp>
      <p:sp>
        <p:nvSpPr>
          <p:cNvPr id="348" name="Google Shape;348;p71"/>
          <p:cNvSpPr txBox="1">
            <a:spLocks noGrp="1"/>
          </p:cNvSpPr>
          <p:nvPr>
            <p:ph type="body" idx="1"/>
          </p:nvPr>
        </p:nvSpPr>
        <p:spPr>
          <a:xfrm>
            <a:off x="685346" y="3831546"/>
            <a:ext cx="7765322" cy="511854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320"/>
              </a:spcBef>
              <a:spcAft>
                <a:spcPts val="0"/>
              </a:spcAft>
              <a:buSzPts val="1120"/>
              <a:buNone/>
              <a:defRPr sz="16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980"/>
              <a:buNone/>
              <a:defRPr sz="14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700"/>
              <a:buNone/>
              <a:defRPr sz="1000"/>
            </a:lvl9pPr>
          </a:lstStyle>
          <a:p>
            <a:endParaRPr/>
          </a:p>
        </p:txBody>
      </p:sp>
      <p:sp>
        <p:nvSpPr>
          <p:cNvPr id="349" name="Google Shape;349;p71"/>
          <p:cNvSpPr txBox="1">
            <a:spLocks noGrp="1"/>
          </p:cNvSpPr>
          <p:nvPr>
            <p:ph type="dt" idx="10"/>
          </p:nvPr>
        </p:nvSpPr>
        <p:spPr>
          <a:xfrm>
            <a:off x="5759052" y="44124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0" name="Google Shape;350;p71"/>
          <p:cNvSpPr txBox="1">
            <a:spLocks noGrp="1"/>
          </p:cNvSpPr>
          <p:nvPr>
            <p:ph type="ftr" idx="11"/>
          </p:nvPr>
        </p:nvSpPr>
        <p:spPr>
          <a:xfrm>
            <a:off x="685347" y="4412457"/>
            <a:ext cx="500464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1" name="Google Shape;351;p71"/>
          <p:cNvSpPr txBox="1">
            <a:spLocks noGrp="1"/>
          </p:cNvSpPr>
          <p:nvPr>
            <p:ph type="sldNum" idx="12"/>
          </p:nvPr>
        </p:nvSpPr>
        <p:spPr>
          <a:xfrm>
            <a:off x="7885509" y="4412457"/>
            <a:ext cx="56515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aption">
  <p:cSld name="Title and Caption"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72"/>
          <p:cNvSpPr txBox="1">
            <a:spLocks noGrp="1"/>
          </p:cNvSpPr>
          <p:nvPr>
            <p:ph type="title"/>
          </p:nvPr>
        </p:nvSpPr>
        <p:spPr>
          <a:xfrm>
            <a:off x="685346" y="456328"/>
            <a:ext cx="7765322" cy="2650758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Lustria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4" name="Google Shape;354;p72"/>
          <p:cNvSpPr txBox="1">
            <a:spLocks noGrp="1"/>
          </p:cNvSpPr>
          <p:nvPr>
            <p:ph type="body" idx="1"/>
          </p:nvPr>
        </p:nvSpPr>
        <p:spPr>
          <a:xfrm>
            <a:off x="685346" y="3221385"/>
            <a:ext cx="7765322" cy="112637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spcBef>
                <a:spcPts val="320"/>
              </a:spcBef>
              <a:spcAft>
                <a:spcPts val="0"/>
              </a:spcAft>
              <a:buSzPts val="1120"/>
              <a:buNone/>
              <a:defRPr sz="16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980"/>
              <a:buNone/>
              <a:defRPr sz="14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700"/>
              <a:buNone/>
              <a:defRPr sz="1000"/>
            </a:lvl9pPr>
          </a:lstStyle>
          <a:p>
            <a:endParaRPr/>
          </a:p>
        </p:txBody>
      </p:sp>
      <p:sp>
        <p:nvSpPr>
          <p:cNvPr id="355" name="Google Shape;355;p72"/>
          <p:cNvSpPr txBox="1">
            <a:spLocks noGrp="1"/>
          </p:cNvSpPr>
          <p:nvPr>
            <p:ph type="dt" idx="10"/>
          </p:nvPr>
        </p:nvSpPr>
        <p:spPr>
          <a:xfrm>
            <a:off x="5759052" y="44124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6" name="Google Shape;356;p72"/>
          <p:cNvSpPr txBox="1">
            <a:spLocks noGrp="1"/>
          </p:cNvSpPr>
          <p:nvPr>
            <p:ph type="ftr" idx="11"/>
          </p:nvPr>
        </p:nvSpPr>
        <p:spPr>
          <a:xfrm>
            <a:off x="685347" y="4412457"/>
            <a:ext cx="500464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7" name="Google Shape;357;p72"/>
          <p:cNvSpPr txBox="1">
            <a:spLocks noGrp="1"/>
          </p:cNvSpPr>
          <p:nvPr>
            <p:ph type="sldNum" idx="12"/>
          </p:nvPr>
        </p:nvSpPr>
        <p:spPr>
          <a:xfrm>
            <a:off x="7885509" y="4412457"/>
            <a:ext cx="56515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with Caption">
  <p:cSld name="Quote with Caption"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73"/>
          <p:cNvSpPr txBox="1">
            <a:spLocks noGrp="1"/>
          </p:cNvSpPr>
          <p:nvPr>
            <p:ph type="title"/>
          </p:nvPr>
        </p:nvSpPr>
        <p:spPr>
          <a:xfrm>
            <a:off x="1084659" y="457200"/>
            <a:ext cx="6977064" cy="2244678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Lustria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0" name="Google Shape;360;p73"/>
          <p:cNvSpPr txBox="1">
            <a:spLocks noGrp="1"/>
          </p:cNvSpPr>
          <p:nvPr>
            <p:ph type="body" idx="1"/>
          </p:nvPr>
        </p:nvSpPr>
        <p:spPr>
          <a:xfrm>
            <a:off x="1290484" y="2707525"/>
            <a:ext cx="6564224" cy="39956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980"/>
              <a:buNone/>
              <a:defRPr sz="14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700"/>
              <a:buNone/>
              <a:defRPr sz="1000"/>
            </a:lvl9pPr>
          </a:lstStyle>
          <a:p>
            <a:endParaRPr/>
          </a:p>
        </p:txBody>
      </p:sp>
      <p:sp>
        <p:nvSpPr>
          <p:cNvPr id="361" name="Google Shape;361;p73"/>
          <p:cNvSpPr txBox="1">
            <a:spLocks noGrp="1"/>
          </p:cNvSpPr>
          <p:nvPr>
            <p:ph type="body" idx="2"/>
          </p:nvPr>
        </p:nvSpPr>
        <p:spPr>
          <a:xfrm>
            <a:off x="685346" y="3228265"/>
            <a:ext cx="7765322" cy="111712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spcBef>
                <a:spcPts val="320"/>
              </a:spcBef>
              <a:spcAft>
                <a:spcPts val="0"/>
              </a:spcAft>
              <a:buSzPts val="1120"/>
              <a:buNone/>
              <a:defRPr sz="16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980"/>
              <a:buNone/>
              <a:defRPr sz="14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700"/>
              <a:buNone/>
              <a:defRPr sz="1000"/>
            </a:lvl9pPr>
          </a:lstStyle>
          <a:p>
            <a:endParaRPr/>
          </a:p>
        </p:txBody>
      </p:sp>
      <p:sp>
        <p:nvSpPr>
          <p:cNvPr id="362" name="Google Shape;362;p73"/>
          <p:cNvSpPr txBox="1">
            <a:spLocks noGrp="1"/>
          </p:cNvSpPr>
          <p:nvPr>
            <p:ph type="dt" idx="10"/>
          </p:nvPr>
        </p:nvSpPr>
        <p:spPr>
          <a:xfrm>
            <a:off x="5759052" y="44124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3" name="Google Shape;363;p73"/>
          <p:cNvSpPr txBox="1">
            <a:spLocks noGrp="1"/>
          </p:cNvSpPr>
          <p:nvPr>
            <p:ph type="ftr" idx="11"/>
          </p:nvPr>
        </p:nvSpPr>
        <p:spPr>
          <a:xfrm>
            <a:off x="685347" y="4412457"/>
            <a:ext cx="500464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4" name="Google Shape;364;p73"/>
          <p:cNvSpPr txBox="1">
            <a:spLocks noGrp="1"/>
          </p:cNvSpPr>
          <p:nvPr>
            <p:ph type="sldNum" idx="12"/>
          </p:nvPr>
        </p:nvSpPr>
        <p:spPr>
          <a:xfrm>
            <a:off x="7885509" y="4412457"/>
            <a:ext cx="56515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5" name="Google Shape;365;p73"/>
          <p:cNvSpPr txBox="1"/>
          <p:nvPr/>
        </p:nvSpPr>
        <p:spPr>
          <a:xfrm>
            <a:off x="627459" y="655434"/>
            <a:ext cx="45720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Lustria"/>
              <a:buNone/>
            </a:pPr>
            <a:r>
              <a:rPr lang="en" sz="8000" b="0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“</a:t>
            </a:r>
            <a:endParaRPr/>
          </a:p>
        </p:txBody>
      </p:sp>
      <p:sp>
        <p:nvSpPr>
          <p:cNvPr id="366" name="Google Shape;366;p73"/>
          <p:cNvSpPr txBox="1"/>
          <p:nvPr/>
        </p:nvSpPr>
        <p:spPr>
          <a:xfrm>
            <a:off x="7828359" y="2199934"/>
            <a:ext cx="45720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Lustria"/>
              <a:buNone/>
            </a:pPr>
            <a:r>
              <a:rPr lang="en" sz="8000" b="0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me Card">
  <p:cSld name="Name Card"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74"/>
          <p:cNvSpPr txBox="1">
            <a:spLocks noGrp="1"/>
          </p:cNvSpPr>
          <p:nvPr>
            <p:ph type="title"/>
          </p:nvPr>
        </p:nvSpPr>
        <p:spPr>
          <a:xfrm>
            <a:off x="685346" y="1595207"/>
            <a:ext cx="7765322" cy="1883876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Lustria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9" name="Google Shape;369;p74"/>
          <p:cNvSpPr txBox="1">
            <a:spLocks noGrp="1"/>
          </p:cNvSpPr>
          <p:nvPr>
            <p:ph type="body" idx="1"/>
          </p:nvPr>
        </p:nvSpPr>
        <p:spPr>
          <a:xfrm>
            <a:off x="685339" y="3487917"/>
            <a:ext cx="7764149" cy="855483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320"/>
              </a:spcBef>
              <a:spcAft>
                <a:spcPts val="0"/>
              </a:spcAft>
              <a:buSzPts val="1120"/>
              <a:buNone/>
              <a:defRPr sz="16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980"/>
              <a:buNone/>
              <a:defRPr sz="14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700"/>
              <a:buNone/>
              <a:defRPr sz="1000"/>
            </a:lvl9pPr>
          </a:lstStyle>
          <a:p>
            <a:endParaRPr/>
          </a:p>
        </p:txBody>
      </p:sp>
      <p:sp>
        <p:nvSpPr>
          <p:cNvPr id="370" name="Google Shape;370;p74"/>
          <p:cNvSpPr txBox="1">
            <a:spLocks noGrp="1"/>
          </p:cNvSpPr>
          <p:nvPr>
            <p:ph type="dt" idx="10"/>
          </p:nvPr>
        </p:nvSpPr>
        <p:spPr>
          <a:xfrm>
            <a:off x="5759052" y="44124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1" name="Google Shape;371;p74"/>
          <p:cNvSpPr txBox="1">
            <a:spLocks noGrp="1"/>
          </p:cNvSpPr>
          <p:nvPr>
            <p:ph type="ftr" idx="11"/>
          </p:nvPr>
        </p:nvSpPr>
        <p:spPr>
          <a:xfrm>
            <a:off x="685347" y="4412457"/>
            <a:ext cx="500464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2" name="Google Shape;372;p74"/>
          <p:cNvSpPr txBox="1">
            <a:spLocks noGrp="1"/>
          </p:cNvSpPr>
          <p:nvPr>
            <p:ph type="sldNum" idx="12"/>
          </p:nvPr>
        </p:nvSpPr>
        <p:spPr>
          <a:xfrm>
            <a:off x="7885509" y="4412457"/>
            <a:ext cx="56515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umn">
  <p:cSld name="3 Column"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75"/>
          <p:cNvSpPr txBox="1">
            <a:spLocks noGrp="1"/>
          </p:cNvSpPr>
          <p:nvPr>
            <p:ph type="title"/>
          </p:nvPr>
        </p:nvSpPr>
        <p:spPr>
          <a:xfrm>
            <a:off x="685346" y="457200"/>
            <a:ext cx="7765322" cy="727838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5" name="Google Shape;375;p75"/>
          <p:cNvSpPr txBox="1">
            <a:spLocks noGrp="1"/>
          </p:cNvSpPr>
          <p:nvPr>
            <p:ph type="body" idx="1"/>
          </p:nvPr>
        </p:nvSpPr>
        <p:spPr>
          <a:xfrm>
            <a:off x="685346" y="1414463"/>
            <a:ext cx="2475738" cy="432197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spcBef>
                <a:spcPts val="480"/>
              </a:spcBef>
              <a:spcAft>
                <a:spcPts val="0"/>
              </a:spcAft>
              <a:buSzPts val="1680"/>
              <a:buNone/>
              <a:defRPr sz="2400" b="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260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sz="1600" b="1"/>
            </a:lvl9pPr>
          </a:lstStyle>
          <a:p>
            <a:endParaRPr/>
          </a:p>
        </p:txBody>
      </p:sp>
      <p:sp>
        <p:nvSpPr>
          <p:cNvPr id="376" name="Google Shape;376;p75"/>
          <p:cNvSpPr txBox="1">
            <a:spLocks noGrp="1"/>
          </p:cNvSpPr>
          <p:nvPr>
            <p:ph type="body" idx="2"/>
          </p:nvPr>
        </p:nvSpPr>
        <p:spPr>
          <a:xfrm>
            <a:off x="685346" y="1928813"/>
            <a:ext cx="2475738" cy="2414588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630"/>
              <a:buNone/>
              <a:defRPr sz="900"/>
            </a:lvl9pPr>
          </a:lstStyle>
          <a:p>
            <a:endParaRPr/>
          </a:p>
        </p:txBody>
      </p:sp>
      <p:sp>
        <p:nvSpPr>
          <p:cNvPr id="377" name="Google Shape;377;p75"/>
          <p:cNvSpPr txBox="1">
            <a:spLocks noGrp="1"/>
          </p:cNvSpPr>
          <p:nvPr>
            <p:ph type="body" idx="3"/>
          </p:nvPr>
        </p:nvSpPr>
        <p:spPr>
          <a:xfrm>
            <a:off x="3335033" y="1414463"/>
            <a:ext cx="2475738" cy="432197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spcBef>
                <a:spcPts val="480"/>
              </a:spcBef>
              <a:spcAft>
                <a:spcPts val="0"/>
              </a:spcAft>
              <a:buSzPts val="1680"/>
              <a:buNone/>
              <a:defRPr sz="2400" b="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260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sz="1600" b="1"/>
            </a:lvl9pPr>
          </a:lstStyle>
          <a:p>
            <a:endParaRPr/>
          </a:p>
        </p:txBody>
      </p:sp>
      <p:sp>
        <p:nvSpPr>
          <p:cNvPr id="378" name="Google Shape;378;p75"/>
          <p:cNvSpPr txBox="1">
            <a:spLocks noGrp="1"/>
          </p:cNvSpPr>
          <p:nvPr>
            <p:ph type="body" idx="4"/>
          </p:nvPr>
        </p:nvSpPr>
        <p:spPr>
          <a:xfrm>
            <a:off x="3331076" y="1928813"/>
            <a:ext cx="2475738" cy="2414588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630"/>
              <a:buNone/>
              <a:defRPr sz="900"/>
            </a:lvl9pPr>
          </a:lstStyle>
          <a:p>
            <a:endParaRPr/>
          </a:p>
        </p:txBody>
      </p:sp>
      <p:sp>
        <p:nvSpPr>
          <p:cNvPr id="379" name="Google Shape;379;p75"/>
          <p:cNvSpPr txBox="1">
            <a:spLocks noGrp="1"/>
          </p:cNvSpPr>
          <p:nvPr>
            <p:ph type="body" idx="5"/>
          </p:nvPr>
        </p:nvSpPr>
        <p:spPr>
          <a:xfrm>
            <a:off x="5974929" y="1414463"/>
            <a:ext cx="2475738" cy="432197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spcBef>
                <a:spcPts val="480"/>
              </a:spcBef>
              <a:spcAft>
                <a:spcPts val="0"/>
              </a:spcAft>
              <a:buSzPts val="1680"/>
              <a:buNone/>
              <a:defRPr sz="2400" b="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260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sz="1600" b="1"/>
            </a:lvl9pPr>
          </a:lstStyle>
          <a:p>
            <a:endParaRPr/>
          </a:p>
        </p:txBody>
      </p:sp>
      <p:sp>
        <p:nvSpPr>
          <p:cNvPr id="380" name="Google Shape;380;p75"/>
          <p:cNvSpPr txBox="1">
            <a:spLocks noGrp="1"/>
          </p:cNvSpPr>
          <p:nvPr>
            <p:ph type="body" idx="6"/>
          </p:nvPr>
        </p:nvSpPr>
        <p:spPr>
          <a:xfrm>
            <a:off x="5974929" y="1928813"/>
            <a:ext cx="2475738" cy="2414588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630"/>
              <a:buNone/>
              <a:defRPr sz="900"/>
            </a:lvl9pPr>
          </a:lstStyle>
          <a:p>
            <a:endParaRPr/>
          </a:p>
        </p:txBody>
      </p:sp>
      <p:sp>
        <p:nvSpPr>
          <p:cNvPr id="381" name="Google Shape;381;p75"/>
          <p:cNvSpPr txBox="1">
            <a:spLocks noGrp="1"/>
          </p:cNvSpPr>
          <p:nvPr>
            <p:ph type="dt" idx="10"/>
          </p:nvPr>
        </p:nvSpPr>
        <p:spPr>
          <a:xfrm>
            <a:off x="5759052" y="44124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2" name="Google Shape;382;p75"/>
          <p:cNvSpPr txBox="1">
            <a:spLocks noGrp="1"/>
          </p:cNvSpPr>
          <p:nvPr>
            <p:ph type="ftr" idx="11"/>
          </p:nvPr>
        </p:nvSpPr>
        <p:spPr>
          <a:xfrm>
            <a:off x="685347" y="4412457"/>
            <a:ext cx="500464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3" name="Google Shape;383;p75"/>
          <p:cNvSpPr txBox="1">
            <a:spLocks noGrp="1"/>
          </p:cNvSpPr>
          <p:nvPr>
            <p:ph type="sldNum" idx="12"/>
          </p:nvPr>
        </p:nvSpPr>
        <p:spPr>
          <a:xfrm>
            <a:off x="7885509" y="4412457"/>
            <a:ext cx="56515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Picture Column">
  <p:cSld name="3 Picture Column"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5" name="Google Shape;385;p76" descr="Slate-V2-SD-3colPhotoInset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59239" y="1369534"/>
            <a:ext cx="1896785" cy="1375169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76" descr="Slate-V2-SD-3colPhotoInset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293813" y="1369534"/>
            <a:ext cx="1896785" cy="1375169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76" descr="Slate-V2-SD-3colPhotoInset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921715" y="1369534"/>
            <a:ext cx="1896784" cy="1375169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76"/>
          <p:cNvSpPr txBox="1">
            <a:spLocks noGrp="1"/>
          </p:cNvSpPr>
          <p:nvPr>
            <p:ph type="title"/>
          </p:nvPr>
        </p:nvSpPr>
        <p:spPr>
          <a:xfrm>
            <a:off x="685346" y="457200"/>
            <a:ext cx="7765322" cy="727838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9" name="Google Shape;389;p76"/>
          <p:cNvSpPr txBox="1">
            <a:spLocks noGrp="1"/>
          </p:cNvSpPr>
          <p:nvPr>
            <p:ph type="body" idx="1"/>
          </p:nvPr>
        </p:nvSpPr>
        <p:spPr>
          <a:xfrm>
            <a:off x="685346" y="2928080"/>
            <a:ext cx="2475738" cy="432196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spcBef>
                <a:spcPts val="400"/>
              </a:spcBef>
              <a:spcAft>
                <a:spcPts val="0"/>
              </a:spcAft>
              <a:buSzPts val="1400"/>
              <a:buNone/>
              <a:defRPr sz="2000" b="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260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sz="1600" b="1"/>
            </a:lvl9pPr>
          </a:lstStyle>
          <a:p>
            <a:endParaRPr/>
          </a:p>
        </p:txBody>
      </p:sp>
      <p:sp>
        <p:nvSpPr>
          <p:cNvPr id="390" name="Google Shape;390;p76"/>
          <p:cNvSpPr>
            <a:spLocks noGrp="1"/>
          </p:cNvSpPr>
          <p:nvPr>
            <p:ph type="pic" idx="2"/>
          </p:nvPr>
        </p:nvSpPr>
        <p:spPr>
          <a:xfrm>
            <a:off x="763577" y="1454189"/>
            <a:ext cx="2319276" cy="1202216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38100" dist="25400" dir="4440000">
              <a:srgbClr val="000000">
                <a:alpha val="35686"/>
              </a:srgbClr>
            </a:outerShdw>
          </a:effectLst>
        </p:spPr>
      </p:sp>
      <p:sp>
        <p:nvSpPr>
          <p:cNvPr id="391" name="Google Shape;391;p76"/>
          <p:cNvSpPr txBox="1">
            <a:spLocks noGrp="1"/>
          </p:cNvSpPr>
          <p:nvPr>
            <p:ph type="body" idx="3"/>
          </p:nvPr>
        </p:nvSpPr>
        <p:spPr>
          <a:xfrm>
            <a:off x="685346" y="3360277"/>
            <a:ext cx="2475738" cy="983125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630"/>
              <a:buNone/>
              <a:defRPr sz="900"/>
            </a:lvl9pPr>
          </a:lstStyle>
          <a:p>
            <a:endParaRPr/>
          </a:p>
        </p:txBody>
      </p:sp>
      <p:sp>
        <p:nvSpPr>
          <p:cNvPr id="392" name="Google Shape;392;p76"/>
          <p:cNvSpPr txBox="1">
            <a:spLocks noGrp="1"/>
          </p:cNvSpPr>
          <p:nvPr>
            <p:ph type="body" idx="4"/>
          </p:nvPr>
        </p:nvSpPr>
        <p:spPr>
          <a:xfrm>
            <a:off x="3332091" y="2928080"/>
            <a:ext cx="2475738" cy="432196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spcBef>
                <a:spcPts val="400"/>
              </a:spcBef>
              <a:spcAft>
                <a:spcPts val="0"/>
              </a:spcAft>
              <a:buSzPts val="1400"/>
              <a:buNone/>
              <a:defRPr sz="2000" b="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260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sz="1600" b="1"/>
            </a:lvl9pPr>
          </a:lstStyle>
          <a:p>
            <a:endParaRPr/>
          </a:p>
        </p:txBody>
      </p:sp>
      <p:sp>
        <p:nvSpPr>
          <p:cNvPr id="393" name="Google Shape;393;p76"/>
          <p:cNvSpPr>
            <a:spLocks noGrp="1"/>
          </p:cNvSpPr>
          <p:nvPr>
            <p:ph type="pic" idx="5"/>
          </p:nvPr>
        </p:nvSpPr>
        <p:spPr>
          <a:xfrm>
            <a:off x="3409307" y="1454321"/>
            <a:ext cx="2319276" cy="1206123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38100" dist="25400" dir="4440000">
              <a:srgbClr val="000000">
                <a:alpha val="35686"/>
              </a:srgbClr>
            </a:outerShdw>
          </a:effectLst>
        </p:spPr>
      </p:sp>
      <p:sp>
        <p:nvSpPr>
          <p:cNvPr id="394" name="Google Shape;394;p76"/>
          <p:cNvSpPr txBox="1">
            <a:spLocks noGrp="1"/>
          </p:cNvSpPr>
          <p:nvPr>
            <p:ph type="body" idx="6"/>
          </p:nvPr>
        </p:nvSpPr>
        <p:spPr>
          <a:xfrm>
            <a:off x="3331075" y="3360276"/>
            <a:ext cx="2476753" cy="983125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630"/>
              <a:buNone/>
              <a:defRPr sz="900"/>
            </a:lvl9pPr>
          </a:lstStyle>
          <a:p>
            <a:endParaRPr/>
          </a:p>
        </p:txBody>
      </p:sp>
      <p:sp>
        <p:nvSpPr>
          <p:cNvPr id="395" name="Google Shape;395;p76"/>
          <p:cNvSpPr txBox="1">
            <a:spLocks noGrp="1"/>
          </p:cNvSpPr>
          <p:nvPr>
            <p:ph type="body" idx="7"/>
          </p:nvPr>
        </p:nvSpPr>
        <p:spPr>
          <a:xfrm>
            <a:off x="5975023" y="2928080"/>
            <a:ext cx="2475738" cy="432196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spcBef>
                <a:spcPts val="400"/>
              </a:spcBef>
              <a:spcAft>
                <a:spcPts val="0"/>
              </a:spcAft>
              <a:buSzPts val="1400"/>
              <a:buNone/>
              <a:defRPr sz="2000" b="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260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sz="1600" b="1"/>
            </a:lvl9pPr>
          </a:lstStyle>
          <a:p>
            <a:endParaRPr/>
          </a:p>
        </p:txBody>
      </p:sp>
      <p:sp>
        <p:nvSpPr>
          <p:cNvPr id="396" name="Google Shape;396;p76"/>
          <p:cNvSpPr>
            <a:spLocks noGrp="1"/>
          </p:cNvSpPr>
          <p:nvPr>
            <p:ph type="pic" idx="8"/>
          </p:nvPr>
        </p:nvSpPr>
        <p:spPr>
          <a:xfrm>
            <a:off x="6056774" y="1450824"/>
            <a:ext cx="2319276" cy="1205471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38100" dist="25400" dir="4440000">
              <a:srgbClr val="000000">
                <a:alpha val="35686"/>
              </a:srgbClr>
            </a:outerShdw>
          </a:effectLst>
        </p:spPr>
      </p:sp>
      <p:sp>
        <p:nvSpPr>
          <p:cNvPr id="397" name="Google Shape;397;p76"/>
          <p:cNvSpPr txBox="1">
            <a:spLocks noGrp="1"/>
          </p:cNvSpPr>
          <p:nvPr>
            <p:ph type="body" idx="9"/>
          </p:nvPr>
        </p:nvSpPr>
        <p:spPr>
          <a:xfrm>
            <a:off x="5974929" y="3360275"/>
            <a:ext cx="2475738" cy="983126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630"/>
              <a:buNone/>
              <a:defRPr sz="900"/>
            </a:lvl9pPr>
          </a:lstStyle>
          <a:p>
            <a:endParaRPr/>
          </a:p>
        </p:txBody>
      </p:sp>
      <p:sp>
        <p:nvSpPr>
          <p:cNvPr id="398" name="Google Shape;398;p76"/>
          <p:cNvSpPr txBox="1">
            <a:spLocks noGrp="1"/>
          </p:cNvSpPr>
          <p:nvPr>
            <p:ph type="dt" idx="10"/>
          </p:nvPr>
        </p:nvSpPr>
        <p:spPr>
          <a:xfrm>
            <a:off x="5759052" y="44124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9" name="Google Shape;399;p76"/>
          <p:cNvSpPr txBox="1">
            <a:spLocks noGrp="1"/>
          </p:cNvSpPr>
          <p:nvPr>
            <p:ph type="ftr" idx="11"/>
          </p:nvPr>
        </p:nvSpPr>
        <p:spPr>
          <a:xfrm>
            <a:off x="685347" y="4412457"/>
            <a:ext cx="500464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0" name="Google Shape;400;p76"/>
          <p:cNvSpPr txBox="1">
            <a:spLocks noGrp="1"/>
          </p:cNvSpPr>
          <p:nvPr>
            <p:ph type="sldNum" idx="12"/>
          </p:nvPr>
        </p:nvSpPr>
        <p:spPr>
          <a:xfrm>
            <a:off x="7885509" y="4412457"/>
            <a:ext cx="56515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77"/>
          <p:cNvSpPr txBox="1">
            <a:spLocks noGrp="1"/>
          </p:cNvSpPr>
          <p:nvPr>
            <p:ph type="title"/>
          </p:nvPr>
        </p:nvSpPr>
        <p:spPr>
          <a:xfrm>
            <a:off x="685346" y="457200"/>
            <a:ext cx="7765322" cy="727838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3" name="Google Shape;403;p77"/>
          <p:cNvSpPr txBox="1">
            <a:spLocks noGrp="1"/>
          </p:cNvSpPr>
          <p:nvPr>
            <p:ph type="body" idx="1"/>
          </p:nvPr>
        </p:nvSpPr>
        <p:spPr>
          <a:xfrm rot="5400000">
            <a:off x="3045975" y="-1061292"/>
            <a:ext cx="3044063" cy="776532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08610" algn="l">
              <a:spcBef>
                <a:spcPts val="360"/>
              </a:spcBef>
              <a:spcAft>
                <a:spcPts val="0"/>
              </a:spcAft>
              <a:buSzPts val="1260"/>
              <a:buChar char="◈"/>
              <a:defRPr/>
            </a:lvl1pPr>
            <a:lvl2pPr marL="914400" lvl="1" indent="-30861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2pPr>
            <a:lvl3pPr marL="1371600" lvl="2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3pPr>
            <a:lvl4pPr marL="1828800" lvl="3" indent="-30861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4pPr>
            <a:lvl5pPr marL="2286000" lvl="4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5pPr>
            <a:lvl6pPr marL="2743200" lvl="5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6pPr>
            <a:lvl7pPr marL="3200400" lvl="6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7pPr>
            <a:lvl8pPr marL="3657600" lvl="7" indent="-308609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8pPr>
            <a:lvl9pPr marL="4114800" lvl="8" indent="-308609" algn="l">
              <a:spcBef>
                <a:spcPts val="600"/>
              </a:spcBef>
              <a:spcAft>
                <a:spcPts val="600"/>
              </a:spcAft>
              <a:buSzPts val="1260"/>
              <a:buChar char="◈"/>
              <a:defRPr/>
            </a:lvl9pPr>
          </a:lstStyle>
          <a:p>
            <a:endParaRPr/>
          </a:p>
        </p:txBody>
      </p:sp>
      <p:sp>
        <p:nvSpPr>
          <p:cNvPr id="404" name="Google Shape;404;p77"/>
          <p:cNvSpPr txBox="1">
            <a:spLocks noGrp="1"/>
          </p:cNvSpPr>
          <p:nvPr>
            <p:ph type="dt" idx="10"/>
          </p:nvPr>
        </p:nvSpPr>
        <p:spPr>
          <a:xfrm>
            <a:off x="5759052" y="44124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5" name="Google Shape;405;p77"/>
          <p:cNvSpPr txBox="1">
            <a:spLocks noGrp="1"/>
          </p:cNvSpPr>
          <p:nvPr>
            <p:ph type="ftr" idx="11"/>
          </p:nvPr>
        </p:nvSpPr>
        <p:spPr>
          <a:xfrm>
            <a:off x="685347" y="4412457"/>
            <a:ext cx="500464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6" name="Google Shape;406;p77"/>
          <p:cNvSpPr txBox="1">
            <a:spLocks noGrp="1"/>
          </p:cNvSpPr>
          <p:nvPr>
            <p:ph type="sldNum" idx="12"/>
          </p:nvPr>
        </p:nvSpPr>
        <p:spPr>
          <a:xfrm>
            <a:off x="7885509" y="4412457"/>
            <a:ext cx="56515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78"/>
          <p:cNvSpPr txBox="1">
            <a:spLocks noGrp="1"/>
          </p:cNvSpPr>
          <p:nvPr>
            <p:ph type="title"/>
          </p:nvPr>
        </p:nvSpPr>
        <p:spPr>
          <a:xfrm rot="5400000">
            <a:off x="5650884" y="1543618"/>
            <a:ext cx="3886201" cy="1713365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9" name="Google Shape;409;p78"/>
          <p:cNvSpPr txBox="1">
            <a:spLocks noGrp="1"/>
          </p:cNvSpPr>
          <p:nvPr>
            <p:ph type="body" idx="1"/>
          </p:nvPr>
        </p:nvSpPr>
        <p:spPr>
          <a:xfrm rot="5400000">
            <a:off x="1711074" y="-568527"/>
            <a:ext cx="3886201" cy="5937654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08610" algn="l">
              <a:spcBef>
                <a:spcPts val="360"/>
              </a:spcBef>
              <a:spcAft>
                <a:spcPts val="0"/>
              </a:spcAft>
              <a:buSzPts val="1260"/>
              <a:buChar char="◈"/>
              <a:defRPr/>
            </a:lvl1pPr>
            <a:lvl2pPr marL="914400" lvl="1" indent="-30861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2pPr>
            <a:lvl3pPr marL="1371600" lvl="2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3pPr>
            <a:lvl4pPr marL="1828800" lvl="3" indent="-30861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4pPr>
            <a:lvl5pPr marL="2286000" lvl="4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5pPr>
            <a:lvl6pPr marL="2743200" lvl="5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6pPr>
            <a:lvl7pPr marL="3200400" lvl="6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7pPr>
            <a:lvl8pPr marL="3657600" lvl="7" indent="-308609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8pPr>
            <a:lvl9pPr marL="4114800" lvl="8" indent="-308609" algn="l">
              <a:spcBef>
                <a:spcPts val="600"/>
              </a:spcBef>
              <a:spcAft>
                <a:spcPts val="600"/>
              </a:spcAft>
              <a:buSzPts val="1260"/>
              <a:buChar char="◈"/>
              <a:defRPr/>
            </a:lvl9pPr>
          </a:lstStyle>
          <a:p>
            <a:endParaRPr/>
          </a:p>
        </p:txBody>
      </p:sp>
      <p:sp>
        <p:nvSpPr>
          <p:cNvPr id="410" name="Google Shape;410;p78"/>
          <p:cNvSpPr txBox="1">
            <a:spLocks noGrp="1"/>
          </p:cNvSpPr>
          <p:nvPr>
            <p:ph type="dt" idx="10"/>
          </p:nvPr>
        </p:nvSpPr>
        <p:spPr>
          <a:xfrm>
            <a:off x="5759052" y="44124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1" name="Google Shape;411;p78"/>
          <p:cNvSpPr txBox="1">
            <a:spLocks noGrp="1"/>
          </p:cNvSpPr>
          <p:nvPr>
            <p:ph type="ftr" idx="11"/>
          </p:nvPr>
        </p:nvSpPr>
        <p:spPr>
          <a:xfrm>
            <a:off x="685347" y="4412457"/>
            <a:ext cx="500464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2" name="Google Shape;412;p78"/>
          <p:cNvSpPr txBox="1">
            <a:spLocks noGrp="1"/>
          </p:cNvSpPr>
          <p:nvPr>
            <p:ph type="sldNum" idx="12"/>
          </p:nvPr>
        </p:nvSpPr>
        <p:spPr>
          <a:xfrm>
            <a:off x="7885509" y="4412457"/>
            <a:ext cx="56515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theme" Target="../theme/theme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9.xml"/><Relationship Id="rId13" Type="http://schemas.openxmlformats.org/officeDocument/2006/relationships/slideLayout" Target="../slideLayouts/slideLayout44.xml"/><Relationship Id="rId18" Type="http://schemas.openxmlformats.org/officeDocument/2006/relationships/slideLayout" Target="../slideLayouts/slideLayout49.xml"/><Relationship Id="rId26" Type="http://schemas.openxmlformats.org/officeDocument/2006/relationships/slideLayout" Target="../slideLayouts/slideLayout57.xml"/><Relationship Id="rId3" Type="http://schemas.openxmlformats.org/officeDocument/2006/relationships/slideLayout" Target="../slideLayouts/slideLayout34.xml"/><Relationship Id="rId21" Type="http://schemas.openxmlformats.org/officeDocument/2006/relationships/slideLayout" Target="../slideLayouts/slideLayout52.xml"/><Relationship Id="rId7" Type="http://schemas.openxmlformats.org/officeDocument/2006/relationships/slideLayout" Target="../slideLayouts/slideLayout38.xml"/><Relationship Id="rId12" Type="http://schemas.openxmlformats.org/officeDocument/2006/relationships/slideLayout" Target="../slideLayouts/slideLayout43.xml"/><Relationship Id="rId17" Type="http://schemas.openxmlformats.org/officeDocument/2006/relationships/slideLayout" Target="../slideLayouts/slideLayout48.xml"/><Relationship Id="rId25" Type="http://schemas.openxmlformats.org/officeDocument/2006/relationships/slideLayout" Target="../slideLayouts/slideLayout56.xml"/><Relationship Id="rId2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47.xml"/><Relationship Id="rId20" Type="http://schemas.openxmlformats.org/officeDocument/2006/relationships/slideLayout" Target="../slideLayouts/slideLayout51.xml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42.xml"/><Relationship Id="rId24" Type="http://schemas.openxmlformats.org/officeDocument/2006/relationships/slideLayout" Target="../slideLayouts/slideLayout55.xml"/><Relationship Id="rId5" Type="http://schemas.openxmlformats.org/officeDocument/2006/relationships/slideLayout" Target="../slideLayouts/slideLayout36.xml"/><Relationship Id="rId15" Type="http://schemas.openxmlformats.org/officeDocument/2006/relationships/slideLayout" Target="../slideLayouts/slideLayout46.xml"/><Relationship Id="rId23" Type="http://schemas.openxmlformats.org/officeDocument/2006/relationships/slideLayout" Target="../slideLayouts/slideLayout54.xml"/><Relationship Id="rId28" Type="http://schemas.openxmlformats.org/officeDocument/2006/relationships/image" Target="../media/image1.png"/><Relationship Id="rId10" Type="http://schemas.openxmlformats.org/officeDocument/2006/relationships/slideLayout" Target="../slideLayouts/slideLayout41.xml"/><Relationship Id="rId19" Type="http://schemas.openxmlformats.org/officeDocument/2006/relationships/slideLayout" Target="../slideLayouts/slideLayout50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Relationship Id="rId14" Type="http://schemas.openxmlformats.org/officeDocument/2006/relationships/slideLayout" Target="../slideLayouts/slideLayout45.xml"/><Relationship Id="rId22" Type="http://schemas.openxmlformats.org/officeDocument/2006/relationships/slideLayout" Target="../slideLayouts/slideLayout53.xml"/><Relationship Id="rId27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5.xml"/><Relationship Id="rId13" Type="http://schemas.openxmlformats.org/officeDocument/2006/relationships/slideLayout" Target="../slideLayouts/slideLayout70.xml"/><Relationship Id="rId18" Type="http://schemas.openxmlformats.org/officeDocument/2006/relationships/theme" Target="../theme/theme4.xml"/><Relationship Id="rId3" Type="http://schemas.openxmlformats.org/officeDocument/2006/relationships/slideLayout" Target="../slideLayouts/slideLayout60.xml"/><Relationship Id="rId7" Type="http://schemas.openxmlformats.org/officeDocument/2006/relationships/slideLayout" Target="../slideLayouts/slideLayout64.xml"/><Relationship Id="rId12" Type="http://schemas.openxmlformats.org/officeDocument/2006/relationships/slideLayout" Target="../slideLayouts/slideLayout69.xml"/><Relationship Id="rId17" Type="http://schemas.openxmlformats.org/officeDocument/2006/relationships/slideLayout" Target="../slideLayouts/slideLayout74.xml"/><Relationship Id="rId2" Type="http://schemas.openxmlformats.org/officeDocument/2006/relationships/slideLayout" Target="../slideLayouts/slideLayout59.xml"/><Relationship Id="rId16" Type="http://schemas.openxmlformats.org/officeDocument/2006/relationships/slideLayout" Target="../slideLayouts/slideLayout73.xml"/><Relationship Id="rId1" Type="http://schemas.openxmlformats.org/officeDocument/2006/relationships/slideLayout" Target="../slideLayouts/slideLayout58.xml"/><Relationship Id="rId6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8.xml"/><Relationship Id="rId5" Type="http://schemas.openxmlformats.org/officeDocument/2006/relationships/slideLayout" Target="../slideLayouts/slideLayout62.xml"/><Relationship Id="rId15" Type="http://schemas.openxmlformats.org/officeDocument/2006/relationships/slideLayout" Target="../slideLayouts/slideLayout72.xml"/><Relationship Id="rId10" Type="http://schemas.openxmlformats.org/officeDocument/2006/relationships/slideLayout" Target="../slideLayouts/slideLayout67.xml"/><Relationship Id="rId19" Type="http://schemas.openxmlformats.org/officeDocument/2006/relationships/image" Target="../media/image6.png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Relationship Id="rId14" Type="http://schemas.openxmlformats.org/officeDocument/2006/relationships/slideLayout" Target="../slideLayouts/slideLayout7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ctr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11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t" anchorCtr="0">
            <a:normAutofit/>
          </a:bodyPr>
          <a:lstStyle>
            <a:lvl1pPr marL="457200" marR="0" lvl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ctr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900"/>
              <a:buNone/>
              <a:defRPr sz="11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900"/>
              <a:buNone/>
              <a:defRPr sz="11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900"/>
              <a:buNone/>
              <a:defRPr sz="11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900"/>
              <a:buNone/>
              <a:defRPr sz="11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900"/>
              <a:buNone/>
              <a:defRPr sz="11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900"/>
              <a:buNone/>
              <a:defRPr sz="11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900"/>
              <a:buNone/>
              <a:defRPr sz="11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900"/>
              <a:buNone/>
              <a:defRPr sz="11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ctr" anchorCtr="0">
            <a:no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900"/>
              <a:buNone/>
              <a:defRPr sz="11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900"/>
              <a:buNone/>
              <a:defRPr sz="11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900"/>
              <a:buNone/>
              <a:defRPr sz="11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900"/>
              <a:buNone/>
              <a:defRPr sz="11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900"/>
              <a:buNone/>
              <a:defRPr sz="11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900"/>
              <a:buNone/>
              <a:defRPr sz="11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900"/>
              <a:buNone/>
              <a:defRPr sz="11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900"/>
              <a:buNone/>
              <a:defRPr sz="11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8">
            <a:alphaModFix/>
          </a:blip>
          <a:stretch>
            <a:fillRect/>
          </a:stretch>
        </a:blip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4"/>
          <p:cNvSpPr txBox="1">
            <a:spLocks noGrp="1"/>
          </p:cNvSpPr>
          <p:nvPr>
            <p:ph type="title"/>
          </p:nvPr>
        </p:nvSpPr>
        <p:spPr>
          <a:xfrm>
            <a:off x="685346" y="457200"/>
            <a:ext cx="7765321" cy="727838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57150" tIns="28575" rIns="57150" bIns="28575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Lustria"/>
              <a:buNone/>
              <a:defRPr sz="3000" b="0" i="0" u="none" strike="noStrike" cap="non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100" b="0" i="0" u="none" strike="noStrike" cap="none">
                <a:solidFill>
                  <a:schemeClr val="lt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100" b="0" i="0" u="none" strike="noStrike" cap="none">
                <a:solidFill>
                  <a:schemeClr val="lt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100" b="0" i="0" u="none" strike="noStrike" cap="none">
                <a:solidFill>
                  <a:schemeClr val="lt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100" b="0" i="0" u="none" strike="noStrike" cap="none">
                <a:solidFill>
                  <a:schemeClr val="lt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100" b="0" i="0" u="none" strike="noStrike" cap="none">
                <a:solidFill>
                  <a:schemeClr val="lt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100" b="0" i="0" u="none" strike="noStrike" cap="none">
                <a:solidFill>
                  <a:schemeClr val="lt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100" b="0" i="0" u="none" strike="noStrike" cap="none">
                <a:solidFill>
                  <a:schemeClr val="lt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100" b="0" i="0" u="none" strike="noStrike" cap="none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36" name="Google Shape;136;p34"/>
          <p:cNvSpPr txBox="1">
            <a:spLocks noGrp="1"/>
          </p:cNvSpPr>
          <p:nvPr>
            <p:ph type="body" idx="1"/>
          </p:nvPr>
        </p:nvSpPr>
        <p:spPr>
          <a:xfrm>
            <a:off x="685346" y="1299338"/>
            <a:ext cx="7765321" cy="3044063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57150" tIns="28575" rIns="57150" bIns="28575" anchor="t" anchorCtr="0">
            <a:normAutofit/>
          </a:bodyPr>
          <a:lstStyle>
            <a:lvl1pPr marL="457200" marR="0" lvl="0" indent="-298450" algn="l" rtl="0"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Noto Sans Symbols"/>
              <a:buChar char="◈"/>
              <a:defRPr sz="1500" b="0" i="0" u="none" strike="noStrike" cap="non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marL="914400" marR="0" lvl="1" indent="-285750" algn="l" rtl="0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900"/>
              <a:buFont typeface="Noto Sans Symbols"/>
              <a:buChar char="🞚"/>
              <a:defRPr sz="1400" b="0" i="0" u="none" strike="noStrike" cap="non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marL="1371600" marR="0" lvl="2" indent="-279400" algn="l" rtl="0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Noto Sans Symbols"/>
              <a:buChar char="◈"/>
              <a:defRPr sz="1200" b="0" i="0" u="none" strike="noStrike" cap="non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marL="1828800" marR="0" lvl="3" indent="-273050" algn="l" rtl="0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oto Sans Symbols"/>
              <a:buChar char="🞚"/>
              <a:defRPr sz="1100" b="0" i="0" u="none" strike="noStrike" cap="non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marL="2286000" marR="0" lvl="4" indent="-273050" algn="l" rtl="0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oto Sans Symbols"/>
              <a:buChar char="◈"/>
              <a:defRPr sz="1100" b="0" i="0" u="none" strike="noStrike" cap="non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marL="2743200" marR="0" lvl="5" indent="-273050" algn="l" rtl="0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oto Sans Symbols"/>
              <a:buChar char="◈"/>
              <a:defRPr sz="1100" b="0" i="0" u="none" strike="noStrike" cap="non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marL="3200400" marR="0" lvl="6" indent="-273050" algn="l" rtl="0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oto Sans Symbols"/>
              <a:buChar char="◈"/>
              <a:defRPr sz="1100" b="0" i="0" u="none" strike="noStrike" cap="non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marL="3657600" marR="0" lvl="7" indent="-273050" algn="l" rtl="0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oto Sans Symbols"/>
              <a:buChar char="◈"/>
              <a:defRPr sz="1100" b="0" i="0" u="none" strike="noStrike" cap="non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marL="4114800" marR="0" lvl="8" indent="-273050" algn="l" rtl="0">
              <a:spcBef>
                <a:spcPts val="500"/>
              </a:spcBef>
              <a:spcAft>
                <a:spcPts val="500"/>
              </a:spcAft>
              <a:buClr>
                <a:schemeClr val="lt2"/>
              </a:buClr>
              <a:buSzPts val="700"/>
              <a:buFont typeface="Noto Sans Symbols"/>
              <a:buChar char="◈"/>
              <a:defRPr sz="1100" b="0" i="0" u="none" strike="noStrike" cap="non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>
            <a:endParaRPr/>
          </a:p>
        </p:txBody>
      </p:sp>
      <p:sp>
        <p:nvSpPr>
          <p:cNvPr id="137" name="Google Shape;137;p34"/>
          <p:cNvSpPr txBox="1">
            <a:spLocks noGrp="1"/>
          </p:cNvSpPr>
          <p:nvPr>
            <p:ph type="dt" idx="10"/>
          </p:nvPr>
        </p:nvSpPr>
        <p:spPr>
          <a:xfrm>
            <a:off x="5759052" y="44124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900"/>
              <a:buNone/>
              <a:defRPr sz="8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100" b="0" i="0" u="none" strike="noStrike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100" b="0" i="0" u="none" strike="noStrike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100" b="0" i="0" u="none" strike="noStrike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100" b="0" i="0" u="none" strike="noStrike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100" b="0" i="0" u="none" strike="noStrike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100" b="0" i="0" u="none" strike="noStrike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100" b="0" i="0" u="none" strike="noStrike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100" b="0" i="0" u="none" strike="noStrike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>
            <a:endParaRPr/>
          </a:p>
        </p:txBody>
      </p:sp>
      <p:sp>
        <p:nvSpPr>
          <p:cNvPr id="138" name="Google Shape;138;p34"/>
          <p:cNvSpPr txBox="1">
            <a:spLocks noGrp="1"/>
          </p:cNvSpPr>
          <p:nvPr>
            <p:ph type="ftr" idx="11"/>
          </p:nvPr>
        </p:nvSpPr>
        <p:spPr>
          <a:xfrm>
            <a:off x="685347" y="4412457"/>
            <a:ext cx="500464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8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100" b="0" i="0" u="none" strike="noStrike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100" b="0" i="0" u="none" strike="noStrike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100" b="0" i="0" u="none" strike="noStrike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100" b="0" i="0" u="none" strike="noStrike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100" b="0" i="0" u="none" strike="noStrike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100" b="0" i="0" u="none" strike="noStrike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100" b="0" i="0" u="none" strike="noStrike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100" b="0" i="0" u="none" strike="noStrike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>
            <a:endParaRPr/>
          </a:p>
        </p:txBody>
      </p:sp>
      <p:sp>
        <p:nvSpPr>
          <p:cNvPr id="139" name="Google Shape;139;p34"/>
          <p:cNvSpPr txBox="1">
            <a:spLocks noGrp="1"/>
          </p:cNvSpPr>
          <p:nvPr>
            <p:ph type="sldNum" idx="12"/>
          </p:nvPr>
        </p:nvSpPr>
        <p:spPr>
          <a:xfrm>
            <a:off x="7885509" y="4412457"/>
            <a:ext cx="56515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marL="0" marR="0" lvl="1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marL="0" marR="0" lvl="2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marL="0" marR="0" lvl="3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marL="0" marR="0" lvl="4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marL="0" marR="0" lvl="5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marL="0" marR="0" lvl="6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marL="0" marR="0" lvl="7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marL="0" marR="0" lvl="8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  <p:sldLayoutId id="2147483696" r:id="rId18"/>
    <p:sldLayoutId id="2147483697" r:id="rId19"/>
    <p:sldLayoutId id="2147483698" r:id="rId20"/>
    <p:sldLayoutId id="2147483699" r:id="rId21"/>
    <p:sldLayoutId id="2147483700" r:id="rId22"/>
    <p:sldLayoutId id="2147483701" r:id="rId23"/>
    <p:sldLayoutId id="2147483702" r:id="rId24"/>
    <p:sldLayoutId id="2147483703" r:id="rId25"/>
    <p:sldLayoutId id="2147483704" r:id="rId2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9">
            <a:alphaModFix/>
          </a:blip>
          <a:stretch>
            <a:fillRect/>
          </a:stretch>
        </a:blipFill>
        <a:effectLst/>
      </p:bgPr>
    </p:bg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61"/>
          <p:cNvSpPr txBox="1">
            <a:spLocks noGrp="1"/>
          </p:cNvSpPr>
          <p:nvPr>
            <p:ph type="title"/>
          </p:nvPr>
        </p:nvSpPr>
        <p:spPr>
          <a:xfrm>
            <a:off x="685346" y="457200"/>
            <a:ext cx="7765322" cy="727838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  <a:defRPr sz="4000" b="0" i="0" u="none" strike="noStrike" cap="non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280" name="Google Shape;280;p61"/>
          <p:cNvSpPr txBox="1">
            <a:spLocks noGrp="1"/>
          </p:cNvSpPr>
          <p:nvPr>
            <p:ph type="body" idx="1"/>
          </p:nvPr>
        </p:nvSpPr>
        <p:spPr>
          <a:xfrm>
            <a:off x="685346" y="1299338"/>
            <a:ext cx="7765322" cy="3044063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17500" algn="l" rtl="0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oto Sans Symbols"/>
              <a:buChar char="◈"/>
              <a:defRPr sz="2000" b="0" i="0" u="none" strike="noStrike" cap="non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marL="914400" marR="0" lvl="1" indent="-308610" algn="l" rtl="0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260"/>
              <a:buFont typeface="Noto Sans Symbols"/>
              <a:buChar char="🞚"/>
              <a:defRPr sz="1800" b="0" i="0" u="none" strike="noStrike" cap="non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marL="1371600" marR="0" lvl="2" indent="-299719" algn="l" rtl="0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120"/>
              <a:buFont typeface="Noto Sans Symbols"/>
              <a:buChar char="◈"/>
              <a:defRPr sz="1600" b="0" i="0" u="none" strike="noStrike" cap="non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marL="1828800" marR="0" lvl="3" indent="-290830" algn="l" rtl="0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980"/>
              <a:buFont typeface="Noto Sans Symbols"/>
              <a:buChar char="🞚"/>
              <a:defRPr sz="1400" b="0" i="0" u="none" strike="noStrike" cap="non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marL="2286000" marR="0" lvl="4" indent="-290829" algn="l" rtl="0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980"/>
              <a:buFont typeface="Noto Sans Symbols"/>
              <a:buChar char="◈"/>
              <a:defRPr sz="1400" b="0" i="0" u="none" strike="noStrike" cap="non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marL="2743200" marR="0" lvl="5" indent="-290829" algn="l" rtl="0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980"/>
              <a:buFont typeface="Noto Sans Symbols"/>
              <a:buChar char="◈"/>
              <a:defRPr sz="1400" b="0" i="0" u="none" strike="noStrike" cap="non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marL="3200400" marR="0" lvl="6" indent="-290829" algn="l" rtl="0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980"/>
              <a:buFont typeface="Noto Sans Symbols"/>
              <a:buChar char="◈"/>
              <a:defRPr sz="1400" b="0" i="0" u="none" strike="noStrike" cap="non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marL="3657600" marR="0" lvl="7" indent="-290829" algn="l" rtl="0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980"/>
              <a:buFont typeface="Noto Sans Symbols"/>
              <a:buChar char="◈"/>
              <a:defRPr sz="1400" b="0" i="0" u="none" strike="noStrike" cap="non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marL="4114800" marR="0" lvl="8" indent="-290829" algn="l" rtl="0">
              <a:spcBef>
                <a:spcPts val="600"/>
              </a:spcBef>
              <a:spcAft>
                <a:spcPts val="600"/>
              </a:spcAft>
              <a:buClr>
                <a:schemeClr val="lt2"/>
              </a:buClr>
              <a:buSzPts val="980"/>
              <a:buFont typeface="Noto Sans Symbols"/>
              <a:buChar char="◈"/>
              <a:defRPr sz="1400" b="0" i="0" u="none" strike="noStrike" cap="non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>
            <a:endParaRPr/>
          </a:p>
        </p:txBody>
      </p:sp>
      <p:sp>
        <p:nvSpPr>
          <p:cNvPr id="281" name="Google Shape;281;p61"/>
          <p:cNvSpPr txBox="1">
            <a:spLocks noGrp="1"/>
          </p:cNvSpPr>
          <p:nvPr>
            <p:ph type="dt" idx="10"/>
          </p:nvPr>
        </p:nvSpPr>
        <p:spPr>
          <a:xfrm>
            <a:off x="5759052" y="44124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>
            <a:endParaRPr/>
          </a:p>
        </p:txBody>
      </p:sp>
      <p:sp>
        <p:nvSpPr>
          <p:cNvPr id="282" name="Google Shape;282;p61"/>
          <p:cNvSpPr txBox="1">
            <a:spLocks noGrp="1"/>
          </p:cNvSpPr>
          <p:nvPr>
            <p:ph type="ftr" idx="11"/>
          </p:nvPr>
        </p:nvSpPr>
        <p:spPr>
          <a:xfrm>
            <a:off x="685347" y="4412457"/>
            <a:ext cx="500464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>
            <a:endParaRPr/>
          </a:p>
        </p:txBody>
      </p:sp>
      <p:sp>
        <p:nvSpPr>
          <p:cNvPr id="283" name="Google Shape;283;p61"/>
          <p:cNvSpPr txBox="1">
            <a:spLocks noGrp="1"/>
          </p:cNvSpPr>
          <p:nvPr>
            <p:ph type="sldNum" idx="12"/>
          </p:nvPr>
        </p:nvSpPr>
        <p:spPr>
          <a:xfrm>
            <a:off x="7885509" y="4412457"/>
            <a:ext cx="56515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marL="0" marR="0" lvl="1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marL="0" marR="0" lvl="2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marL="0" marR="0" lvl="3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marL="0" marR="0" lvl="4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marL="0" marR="0" lvl="5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marL="0" marR="0" lvl="6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marL="0" marR="0" lvl="7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marL="0" marR="0" lvl="8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  <p:sldLayoutId id="2147483718" r:id="rId14"/>
    <p:sldLayoutId id="2147483719" r:id="rId15"/>
    <p:sldLayoutId id="2147483720" r:id="rId16"/>
    <p:sldLayoutId id="2147483721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3.xml"/><Relationship Id="rId5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3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3.xml"/><Relationship Id="rId5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3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8.xml"/><Relationship Id="rId5" Type="http://schemas.openxmlformats.org/officeDocument/2006/relationships/image" Target="../media/image26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8.xml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8.xml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3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9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14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37.png"/><Relationship Id="rId5" Type="http://schemas.openxmlformats.org/officeDocument/2006/relationships/image" Target="../media/image38.png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8" name="Google Shape;418;p7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79"/>
          <p:cNvSpPr/>
          <p:nvPr/>
        </p:nvSpPr>
        <p:spPr>
          <a:xfrm>
            <a:off x="3952578" y="334537"/>
            <a:ext cx="4667846" cy="2418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5277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Unbounded"/>
              <a:buNone/>
            </a:pPr>
            <a:r>
              <a:rPr lang="en" sz="2300" b="0" i="0" u="none" strike="noStrike" cap="non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Secure access to dataset of sound files: Encr/decr by LEA in CFB mode + secret key delivery with RSA + Schnorr signature</a:t>
            </a:r>
            <a:endParaRPr sz="2300" b="0" i="0" u="none" strike="noStrike" cap="non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420" name="Google Shape;420;p79"/>
          <p:cNvSpPr/>
          <p:nvPr/>
        </p:nvSpPr>
        <p:spPr>
          <a:xfrm>
            <a:off x="3952577" y="2878409"/>
            <a:ext cx="4667846" cy="1930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00"/>
              <a:buFont typeface="Cabin"/>
              <a:buNone/>
            </a:pPr>
            <a:r>
              <a:rPr lang="en" sz="1800" b="0" i="0" u="none" strike="noStrike" cap="non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By : </a:t>
            </a:r>
            <a:br>
              <a:rPr lang="en" sz="1800" b="0" i="0" u="none" strike="noStrike" cap="non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</a:br>
            <a:r>
              <a:rPr lang="en" sz="1800" b="0" i="0" u="none" strike="noStrike" cap="non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Basel Haddad</a:t>
            </a:r>
            <a:endParaRPr sz="900"/>
          </a:p>
          <a:p>
            <a:pPr marL="0" marR="0" lvl="0" indent="0" algn="ctr" rtl="0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00"/>
              <a:buFont typeface="Cabin"/>
              <a:buNone/>
            </a:pPr>
            <a:r>
              <a:rPr lang="en" sz="1800" b="0" i="0" u="none" strike="noStrike" cap="non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Tamer Talhami</a:t>
            </a:r>
            <a:endParaRPr sz="900"/>
          </a:p>
          <a:p>
            <a:pPr marL="0" marR="0" lvl="0" indent="0" algn="ctr" rtl="0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00"/>
              <a:buFont typeface="Cabin"/>
              <a:buNone/>
            </a:pPr>
            <a:r>
              <a:rPr lang="en" sz="1800" b="0" i="0" u="none" strike="noStrike" cap="non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Mohamad Dukhi</a:t>
            </a:r>
            <a:endParaRPr sz="1800" b="0" i="0" u="none" strike="noStrike" cap="none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marR="0" lvl="0" indent="0" algn="ctr" rtl="0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00"/>
              <a:buFont typeface="Cabin"/>
              <a:buNone/>
            </a:pPr>
            <a:r>
              <a:rPr lang="en" sz="1800" b="0" i="0" u="none" strike="noStrike" cap="non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Waseem Saleem</a:t>
            </a:r>
            <a:endParaRPr sz="900"/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ustria"/>
              <a:buNone/>
            </a:pPr>
            <a:endParaRPr sz="1200" b="0" i="0" u="none" strike="noStrike" cap="none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80"/>
          <p:cNvSpPr txBox="1">
            <a:spLocks noGrp="1"/>
          </p:cNvSpPr>
          <p:nvPr>
            <p:ph type="title"/>
          </p:nvPr>
        </p:nvSpPr>
        <p:spPr>
          <a:xfrm>
            <a:off x="685346" y="457200"/>
            <a:ext cx="7765321" cy="727838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57150" tIns="28575" rIns="57150" bIns="2857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Lustria"/>
              <a:buNone/>
            </a:pPr>
            <a:r>
              <a:rPr lang="en"/>
              <a:t>Sound File Overview</a:t>
            </a:r>
            <a:endParaRPr/>
          </a:p>
        </p:txBody>
      </p:sp>
      <p:pic>
        <p:nvPicPr>
          <p:cNvPr id="426" name="Google Shape;426;p80"/>
          <p:cNvPicPr preferRelativeResize="0"/>
          <p:nvPr/>
        </p:nvPicPr>
        <p:blipFill rotWithShape="1">
          <a:blip r:embed="rId4">
            <a:alphaModFix/>
          </a:blip>
          <a:srcRect l="798" t="2669" r="616"/>
          <a:stretch/>
        </p:blipFill>
        <p:spPr>
          <a:xfrm>
            <a:off x="-1" y="1298973"/>
            <a:ext cx="9144001" cy="38445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7" name="Google Shape;427;p80"/>
          <p:cNvGrpSpPr/>
          <p:nvPr/>
        </p:nvGrpSpPr>
        <p:grpSpPr>
          <a:xfrm>
            <a:off x="1310270" y="1537316"/>
            <a:ext cx="6516316" cy="3160923"/>
            <a:chOff x="999152" y="188310"/>
            <a:chExt cx="10426105" cy="5057476"/>
          </a:xfrm>
        </p:grpSpPr>
        <p:sp>
          <p:nvSpPr>
            <p:cNvPr id="428" name="Google Shape;428;p80"/>
            <p:cNvSpPr/>
            <p:nvPr/>
          </p:nvSpPr>
          <p:spPr>
            <a:xfrm>
              <a:off x="2918204" y="229912"/>
              <a:ext cx="1512000" cy="15120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80"/>
            <p:cNvSpPr/>
            <p:nvPr/>
          </p:nvSpPr>
          <p:spPr>
            <a:xfrm>
              <a:off x="1514204" y="1959383"/>
              <a:ext cx="4320000" cy="97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80"/>
            <p:cNvSpPr txBox="1"/>
            <p:nvPr/>
          </p:nvSpPr>
          <p:spPr>
            <a:xfrm>
              <a:off x="1514204" y="1959383"/>
              <a:ext cx="4320000" cy="97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Lustria"/>
                <a:buNone/>
              </a:pPr>
              <a:r>
                <a:rPr lang="en" sz="2000" b="1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Sound File Characteristics: </a:t>
              </a:r>
              <a:endParaRPr sz="20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431" name="Google Shape;431;p80"/>
            <p:cNvSpPr/>
            <p:nvPr/>
          </p:nvSpPr>
          <p:spPr>
            <a:xfrm>
              <a:off x="999152" y="3115737"/>
              <a:ext cx="5350104" cy="20884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80"/>
            <p:cNvSpPr txBox="1"/>
            <p:nvPr/>
          </p:nvSpPr>
          <p:spPr>
            <a:xfrm>
              <a:off x="999152" y="3115737"/>
              <a:ext cx="5350104" cy="20884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Lustria"/>
                <a:buNone/>
              </a:pPr>
              <a:r>
                <a:rPr lang="en" sz="15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* Structured format with headers, metadata, and sound data</a:t>
              </a:r>
              <a:endParaRPr sz="15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  <a:p>
              <a:pPr marL="0" marR="0" lvl="0" indent="0" algn="l" rtl="0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Lustria"/>
                <a:buNone/>
              </a:pPr>
              <a:r>
                <a:rPr lang="en" sz="15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*Encryption must preserve structure for playback functionality.</a:t>
              </a:r>
              <a:endParaRPr sz="15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433" name="Google Shape;433;p80"/>
            <p:cNvSpPr/>
            <p:nvPr/>
          </p:nvSpPr>
          <p:spPr>
            <a:xfrm>
              <a:off x="8509257" y="188310"/>
              <a:ext cx="1512000" cy="15120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80"/>
            <p:cNvSpPr/>
            <p:nvPr/>
          </p:nvSpPr>
          <p:spPr>
            <a:xfrm>
              <a:off x="7105257" y="1917781"/>
              <a:ext cx="4320000" cy="97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80"/>
            <p:cNvSpPr txBox="1"/>
            <p:nvPr/>
          </p:nvSpPr>
          <p:spPr>
            <a:xfrm>
              <a:off x="7105257" y="1917781"/>
              <a:ext cx="4320000" cy="97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Lustria"/>
                <a:buNone/>
              </a:pPr>
              <a:r>
                <a:rPr lang="en" sz="2000" b="1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Why Different from Regular Files?</a:t>
              </a:r>
              <a:endParaRPr sz="20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436" name="Google Shape;436;p80"/>
            <p:cNvSpPr/>
            <p:nvPr/>
          </p:nvSpPr>
          <p:spPr>
            <a:xfrm>
              <a:off x="7105257" y="2990931"/>
              <a:ext cx="4320000" cy="22548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80"/>
            <p:cNvSpPr txBox="1"/>
            <p:nvPr/>
          </p:nvSpPr>
          <p:spPr>
            <a:xfrm>
              <a:off x="7105257" y="2990931"/>
              <a:ext cx="4320000" cy="22548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Arial"/>
                <a:buNone/>
              </a:pPr>
              <a:r>
                <a:rPr lang="en" sz="15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* Regular files are generic binary streams, while sound files have strict format requirements.</a:t>
              </a:r>
              <a:endParaRPr sz="15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Arial"/>
                <a:buNone/>
              </a:pPr>
              <a:r>
                <a:rPr lang="en" sz="15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* Playback functionality depends on preserving headers and metadata.</a:t>
              </a:r>
              <a:endParaRPr sz="15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81"/>
          <p:cNvSpPr txBox="1">
            <a:spLocks noGrp="1"/>
          </p:cNvSpPr>
          <p:nvPr>
            <p:ph type="title"/>
          </p:nvPr>
        </p:nvSpPr>
        <p:spPr>
          <a:xfrm>
            <a:off x="685346" y="457200"/>
            <a:ext cx="4483554" cy="727838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57150" tIns="28575" rIns="57150" bIns="2857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Lustria"/>
              <a:buNone/>
            </a:pPr>
            <a:r>
              <a:rPr lang="en"/>
              <a:t>LEA Encryption</a:t>
            </a:r>
            <a:endParaRPr/>
          </a:p>
        </p:txBody>
      </p:sp>
      <p:sp>
        <p:nvSpPr>
          <p:cNvPr id="443" name="Google Shape;443;p81"/>
          <p:cNvSpPr txBox="1">
            <a:spLocks noGrp="1"/>
          </p:cNvSpPr>
          <p:nvPr>
            <p:ph type="body" idx="1"/>
          </p:nvPr>
        </p:nvSpPr>
        <p:spPr>
          <a:xfrm>
            <a:off x="167640" y="1371601"/>
            <a:ext cx="5001260" cy="339851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57150" tIns="28575" rIns="57150" bIns="28575" anchor="ctr" anchorCtr="0">
            <a:normAutofit fontScale="92500"/>
          </a:bodyPr>
          <a:lstStyle/>
          <a:p>
            <a:pPr marL="254000" lvl="0" indent="-22971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EF50"/>
              </a:buClr>
              <a:buSzPct val="73333"/>
              <a:buChar char="◈"/>
            </a:pPr>
            <a:r>
              <a:rPr lang="en"/>
              <a:t>Developed by KISA (Korea Internet &amp; Security Agency) in South Korea.</a:t>
            </a:r>
            <a:endParaRPr/>
          </a:p>
          <a:p>
            <a:pPr marL="254000" lvl="0" indent="-229711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11EF50"/>
              </a:buClr>
              <a:buSzPct val="73333"/>
              <a:buChar char="◈"/>
            </a:pPr>
            <a:r>
              <a:rPr lang="en"/>
              <a:t>Uses 128/192/256-bit keys with a fixed 128-bit block size.</a:t>
            </a:r>
            <a:endParaRPr/>
          </a:p>
          <a:p>
            <a:pPr marL="254000" lvl="0" indent="-229711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11EF50"/>
              </a:buClr>
              <a:buSzPct val="73333"/>
              <a:buChar char="◈"/>
            </a:pPr>
            <a:r>
              <a:rPr lang="en"/>
              <a:t>An ARX-based (Addition-Rotation-XOR) lightweight cipher:</a:t>
            </a:r>
            <a:endParaRPr/>
          </a:p>
          <a:p>
            <a:pPr marL="546100" lvl="1" indent="-217011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11EF50"/>
              </a:buClr>
              <a:buSzPct val="73333"/>
              <a:buChar char="🞚"/>
            </a:pPr>
            <a:r>
              <a:rPr lang="en" sz="1500"/>
              <a:t>optimized for both software and hardware implementations.</a:t>
            </a:r>
            <a:endParaRPr/>
          </a:p>
          <a:p>
            <a:pPr marL="546100" lvl="1" indent="-217011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11EF50"/>
              </a:buClr>
              <a:buSzPct val="73333"/>
              <a:buChar char="🞚"/>
            </a:pPr>
            <a:r>
              <a:rPr lang="en" sz="1500"/>
              <a:t>operates efficiently with low memory and processing power.</a:t>
            </a:r>
            <a:endParaRPr/>
          </a:p>
          <a:p>
            <a:pPr marL="254000" lvl="0" indent="-229711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11EF50"/>
              </a:buClr>
              <a:buSzPct val="73333"/>
              <a:buChar char="◈"/>
            </a:pPr>
            <a:r>
              <a:rPr lang="en"/>
              <a:t>designed to be:</a:t>
            </a:r>
            <a:endParaRPr/>
          </a:p>
          <a:p>
            <a:pPr marL="546100" lvl="1" indent="-217011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11EF50"/>
              </a:buClr>
              <a:buSzPct val="73333"/>
              <a:buChar char="🞚"/>
            </a:pPr>
            <a:r>
              <a:rPr lang="en" sz="1500"/>
              <a:t>lightweight and efficient for resource-constrained devices.</a:t>
            </a:r>
            <a:endParaRPr/>
          </a:p>
          <a:p>
            <a:pPr marL="546100" lvl="1" indent="-217011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11EF50"/>
              </a:buClr>
              <a:buSzPct val="73333"/>
              <a:buChar char="🞚"/>
            </a:pPr>
            <a:r>
              <a:rPr lang="en" sz="1500"/>
              <a:t>secure against modern cryptographic attacks.</a:t>
            </a:r>
            <a:endParaRPr/>
          </a:p>
          <a:p>
            <a:pPr marL="546100" lvl="1" indent="-217011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11EF50"/>
              </a:buClr>
              <a:buSzPct val="73333"/>
              <a:buChar char="🞚"/>
            </a:pPr>
            <a:r>
              <a:rPr lang="en" sz="1500"/>
              <a:t>fast with high throughput for real-time encryption.</a:t>
            </a:r>
            <a:endParaRPr/>
          </a:p>
          <a:p>
            <a:pPr marL="254000" lvl="0" indent="-1905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11EF50"/>
              </a:buClr>
              <a:buSzPct val="77777"/>
              <a:buNone/>
            </a:pPr>
            <a:endParaRPr sz="900"/>
          </a:p>
        </p:txBody>
      </p:sp>
      <p:pic>
        <p:nvPicPr>
          <p:cNvPr id="444" name="Google Shape;444;p81"/>
          <p:cNvPicPr preferRelativeResize="0"/>
          <p:nvPr/>
        </p:nvPicPr>
        <p:blipFill rotWithShape="1">
          <a:blip r:embed="rId4">
            <a:alphaModFix/>
          </a:blip>
          <a:srcRect r="133"/>
          <a:stretch/>
        </p:blipFill>
        <p:spPr>
          <a:xfrm>
            <a:off x="5715263" y="6"/>
            <a:ext cx="3428737" cy="5143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p81"/>
          <p:cNvPicPr preferRelativeResize="0"/>
          <p:nvPr/>
        </p:nvPicPr>
        <p:blipFill rotWithShape="1">
          <a:blip r:embed="rId5">
            <a:alphaModFix/>
          </a:blip>
          <a:srcRect t="964" r="2806" b="1446"/>
          <a:stretch/>
        </p:blipFill>
        <p:spPr>
          <a:xfrm>
            <a:off x="5626101" y="1"/>
            <a:ext cx="35178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82"/>
          <p:cNvSpPr txBox="1">
            <a:spLocks noGrp="1"/>
          </p:cNvSpPr>
          <p:nvPr>
            <p:ph type="title"/>
          </p:nvPr>
        </p:nvSpPr>
        <p:spPr>
          <a:xfrm>
            <a:off x="685346" y="457200"/>
            <a:ext cx="7765321" cy="55483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57150" tIns="28575" rIns="57150" bIns="2857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Lustria"/>
              <a:buNone/>
            </a:pPr>
            <a:r>
              <a:rPr lang="en" sz="2800"/>
              <a:t>Key Expansion </a:t>
            </a:r>
            <a:endParaRPr sz="2800"/>
          </a:p>
        </p:txBody>
      </p:sp>
      <p:sp>
        <p:nvSpPr>
          <p:cNvPr id="451" name="Google Shape;451;p82"/>
          <p:cNvSpPr txBox="1">
            <a:spLocks noGrp="1"/>
          </p:cNvSpPr>
          <p:nvPr>
            <p:ph type="body" idx="1"/>
          </p:nvPr>
        </p:nvSpPr>
        <p:spPr>
          <a:xfrm>
            <a:off x="685346" y="1299338"/>
            <a:ext cx="7765321" cy="3582225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57150" tIns="28575" rIns="57150" bIns="28575" anchor="t" anchorCtr="0">
            <a:normAutofit/>
          </a:bodyPr>
          <a:lstStyle/>
          <a:p>
            <a:pPr marL="254000" lvl="0" indent="-222250" algn="l" rtl="0">
              <a:spcBef>
                <a:spcPts val="0"/>
              </a:spcBef>
              <a:spcAft>
                <a:spcPts val="0"/>
              </a:spcAft>
              <a:buSzPts val="900"/>
              <a:buFont typeface="Arial"/>
              <a:buChar char="•"/>
            </a:pPr>
            <a:r>
              <a:rPr lang="en" sz="1300" b="1" i="0" u="none" strike="noStrike">
                <a:latin typeface="Arial"/>
                <a:ea typeface="Arial"/>
                <a:cs typeface="Arial"/>
                <a:sym typeface="Arial"/>
              </a:rPr>
              <a:t>Purpose:</a:t>
            </a:r>
            <a:r>
              <a:rPr lang="en" sz="1300" b="0" i="0" u="none" strike="noStrike">
                <a:latin typeface="Arial"/>
                <a:ea typeface="Arial"/>
                <a:cs typeface="Arial"/>
                <a:sym typeface="Arial"/>
              </a:rPr>
              <a:t> To generate a unique </a:t>
            </a:r>
            <a:r>
              <a:rPr lang="en" sz="1300" b="1" i="0" u="none" strike="noStrike">
                <a:latin typeface="Arial"/>
                <a:ea typeface="Arial"/>
                <a:cs typeface="Arial"/>
                <a:sym typeface="Arial"/>
              </a:rPr>
              <a:t>round key</a:t>
            </a:r>
            <a:r>
              <a:rPr lang="en" sz="1300" b="0" i="0" u="none" strike="noStrike">
                <a:latin typeface="Arial"/>
                <a:ea typeface="Arial"/>
                <a:cs typeface="Arial"/>
                <a:sym typeface="Arial"/>
              </a:rPr>
              <a:t> for each encryption round.</a:t>
            </a:r>
            <a:endParaRPr/>
          </a:p>
          <a:p>
            <a:pPr marL="254000" lvl="0" indent="-222250" algn="l" rtl="0">
              <a:spcBef>
                <a:spcPts val="700"/>
              </a:spcBef>
              <a:spcAft>
                <a:spcPts val="0"/>
              </a:spcAft>
              <a:buSzPts val="900"/>
              <a:buFont typeface="Arial"/>
              <a:buChar char="•"/>
            </a:pPr>
            <a:r>
              <a:rPr lang="en" sz="1300" b="0" i="0" u="none" strike="noStrike">
                <a:latin typeface="Arial"/>
                <a:ea typeface="Arial"/>
                <a:cs typeface="Arial"/>
                <a:sym typeface="Arial"/>
              </a:rPr>
              <a:t>Steps:</a:t>
            </a:r>
            <a:endParaRPr/>
          </a:p>
          <a:p>
            <a:pPr marL="469900" lvl="1" indent="-184150" algn="l" rtl="0">
              <a:spcBef>
                <a:spcPts val="700"/>
              </a:spcBef>
              <a:spcAft>
                <a:spcPts val="0"/>
              </a:spcAft>
              <a:buSzPts val="900"/>
              <a:buFont typeface="Lustria"/>
              <a:buAutoNum type="arabicPeriod"/>
            </a:pPr>
            <a:r>
              <a:rPr lang="en" sz="1300" b="1" i="0" u="none" strike="noStrike">
                <a:latin typeface="Arial"/>
                <a:ea typeface="Arial"/>
                <a:cs typeface="Arial"/>
                <a:sym typeface="Arial"/>
              </a:rPr>
              <a:t>Input:</a:t>
            </a:r>
            <a:r>
              <a:rPr lang="en" sz="1300" b="0" i="0" u="none" strike="noStrike">
                <a:latin typeface="Arial"/>
                <a:ea typeface="Arial"/>
                <a:cs typeface="Arial"/>
                <a:sym typeface="Arial"/>
              </a:rPr>
              <a:t> Master key (128, 192, or 256 bits).</a:t>
            </a:r>
            <a:endParaRPr/>
          </a:p>
          <a:p>
            <a:pPr marL="469900" lvl="1" indent="-184150" algn="l" rtl="0">
              <a:spcBef>
                <a:spcPts val="700"/>
              </a:spcBef>
              <a:spcAft>
                <a:spcPts val="0"/>
              </a:spcAft>
              <a:buSzPts val="900"/>
              <a:buFont typeface="Lustria"/>
              <a:buAutoNum type="arabicPeriod"/>
            </a:pPr>
            <a:r>
              <a:rPr lang="en" sz="1300" b="0" i="0" u="none" strike="noStrike">
                <a:latin typeface="Arial"/>
                <a:ea typeface="Arial"/>
                <a:cs typeface="Arial"/>
                <a:sym typeface="Arial"/>
              </a:rPr>
              <a:t>The master key is split into multiple </a:t>
            </a:r>
            <a:r>
              <a:rPr lang="en" sz="1300" b="1" i="0" u="none" strike="noStrike">
                <a:latin typeface="Arial"/>
                <a:ea typeface="Arial"/>
                <a:cs typeface="Arial"/>
                <a:sym typeface="Arial"/>
              </a:rPr>
              <a:t>32-bit words</a:t>
            </a:r>
            <a:r>
              <a:rPr lang="en" sz="1300" b="0" i="0" u="none" strike="noStrike">
                <a:latin typeface="Arial"/>
                <a:ea typeface="Arial"/>
                <a:cs typeface="Arial"/>
                <a:sym typeface="Arial"/>
              </a:rPr>
              <a:t>. (e.g </a:t>
            </a:r>
            <a:r>
              <a:rPr lang="en" sz="1300" b="1" i="0" u="none" strike="noStrike">
                <a:latin typeface="Arial"/>
                <a:ea typeface="Arial"/>
                <a:cs typeface="Arial"/>
                <a:sym typeface="Arial"/>
              </a:rPr>
              <a:t>128-bit key:</a:t>
            </a:r>
            <a:r>
              <a:rPr lang="en" sz="1300" b="0" i="0" u="none" strike="noStrike">
                <a:latin typeface="Arial"/>
                <a:ea typeface="Arial"/>
                <a:cs typeface="Arial"/>
                <a:sym typeface="Arial"/>
              </a:rPr>
              <a:t> 4 words.).</a:t>
            </a:r>
            <a:endParaRPr/>
          </a:p>
          <a:p>
            <a:pPr marL="469900" lvl="1" indent="-184150" algn="l" rtl="0">
              <a:spcBef>
                <a:spcPts val="700"/>
              </a:spcBef>
              <a:spcAft>
                <a:spcPts val="0"/>
              </a:spcAft>
              <a:buSzPts val="900"/>
              <a:buFont typeface="Lustria"/>
              <a:buAutoNum type="arabicPeriod"/>
            </a:pPr>
            <a:r>
              <a:rPr lang="en" sz="1300" b="0" i="0" u="none" strike="noStrike">
                <a:latin typeface="Arial"/>
                <a:ea typeface="Arial"/>
                <a:cs typeface="Arial"/>
                <a:sym typeface="Arial"/>
              </a:rPr>
              <a:t>Round Constants:</a:t>
            </a:r>
            <a:endParaRPr/>
          </a:p>
          <a:p>
            <a:pPr marL="711200" lvl="2" indent="-146050" algn="l" rtl="0">
              <a:spcBef>
                <a:spcPts val="700"/>
              </a:spcBef>
              <a:spcAft>
                <a:spcPts val="0"/>
              </a:spcAft>
              <a:buSzPts val="900"/>
              <a:buFont typeface="Arial"/>
              <a:buChar char="•"/>
            </a:pPr>
            <a:r>
              <a:rPr lang="en" sz="1300" b="0" i="0" u="none" strike="noStrike">
                <a:latin typeface="Arial"/>
                <a:ea typeface="Arial"/>
                <a:cs typeface="Arial"/>
                <a:sym typeface="Arial"/>
              </a:rPr>
              <a:t>A predefined sequence of constants is used for each round. These constants ensure that round keys vary significantly and cannot be easily predicted</a:t>
            </a:r>
            <a:endParaRPr/>
          </a:p>
          <a:p>
            <a:pPr marL="711200" lvl="2" indent="-146050" algn="l" rtl="0">
              <a:spcBef>
                <a:spcPts val="700"/>
              </a:spcBef>
              <a:spcAft>
                <a:spcPts val="0"/>
              </a:spcAft>
              <a:buSzPts val="900"/>
              <a:buFont typeface="Arial"/>
              <a:buChar char="•"/>
            </a:pPr>
            <a:r>
              <a:rPr lang="en" sz="1300" b="0" i="0" u="none" strike="noStrike">
                <a:latin typeface="Arial"/>
                <a:ea typeface="Arial"/>
                <a:cs typeface="Arial"/>
                <a:sym typeface="Arial"/>
              </a:rPr>
              <a:t>Constants are added during key expansion to prevent symmetry in encryption.</a:t>
            </a:r>
            <a:endParaRPr/>
          </a:p>
          <a:p>
            <a:pPr marL="469900" lvl="1" indent="-184150" algn="l" rtl="0">
              <a:spcBef>
                <a:spcPts val="700"/>
              </a:spcBef>
              <a:spcAft>
                <a:spcPts val="0"/>
              </a:spcAft>
              <a:buSzPts val="900"/>
              <a:buFont typeface="Lustria"/>
              <a:buAutoNum type="arabicPeriod"/>
            </a:pPr>
            <a:r>
              <a:rPr lang="en" sz="1300" b="0" i="0" u="none" strike="noStrike">
                <a:latin typeface="Arial"/>
                <a:ea typeface="Arial"/>
                <a:cs typeface="Arial"/>
                <a:sym typeface="Arial"/>
              </a:rPr>
              <a:t>Key Transformation Operations: For each round key, the following steps are applied:</a:t>
            </a:r>
            <a:endParaRPr/>
          </a:p>
          <a:p>
            <a:pPr marL="711200" lvl="2" indent="-146050" algn="l" rtl="0">
              <a:spcBef>
                <a:spcPts val="700"/>
              </a:spcBef>
              <a:spcAft>
                <a:spcPts val="0"/>
              </a:spcAft>
              <a:buSzPts val="900"/>
              <a:buFont typeface="Arial"/>
              <a:buChar char="•"/>
            </a:pPr>
            <a:r>
              <a:rPr lang="en" sz="1300" b="0" i="0" u="none" strike="noStrike">
                <a:latin typeface="Arial"/>
                <a:ea typeface="Arial"/>
                <a:cs typeface="Arial"/>
                <a:sym typeface="Arial"/>
              </a:rPr>
              <a:t>  Modular Addition (+mod 2^32)</a:t>
            </a:r>
            <a:endParaRPr/>
          </a:p>
          <a:p>
            <a:pPr marL="711200" lvl="2" indent="-146050" algn="l" rtl="0">
              <a:spcBef>
                <a:spcPts val="700"/>
              </a:spcBef>
              <a:spcAft>
                <a:spcPts val="0"/>
              </a:spcAft>
              <a:buSzPts val="900"/>
              <a:buFont typeface="Arial"/>
              <a:buChar char="•"/>
            </a:pPr>
            <a:r>
              <a:rPr lang="en" sz="1300" b="0" i="0" u="none" strike="noStrike">
                <a:latin typeface="Arial"/>
                <a:ea typeface="Arial"/>
                <a:cs typeface="Arial"/>
                <a:sym typeface="Arial"/>
              </a:rPr>
              <a:t>  Bitwise Rotation (Left or Right):</a:t>
            </a:r>
            <a:endParaRPr/>
          </a:p>
          <a:p>
            <a:pPr marL="469900" lvl="1" indent="-184150" algn="l" rtl="0">
              <a:spcBef>
                <a:spcPts val="700"/>
              </a:spcBef>
              <a:spcAft>
                <a:spcPts val="0"/>
              </a:spcAft>
              <a:buSzPts val="900"/>
              <a:buFont typeface="Lustria"/>
              <a:buAutoNum type="arabicPeriod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A series of </a:t>
            </a:r>
            <a:r>
              <a:rPr lang="en" sz="1100" b="1">
                <a:latin typeface="Arial"/>
                <a:ea typeface="Arial"/>
                <a:cs typeface="Arial"/>
                <a:sym typeface="Arial"/>
              </a:rPr>
              <a:t>round keys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, each consisting of </a:t>
            </a:r>
            <a:r>
              <a:rPr lang="en" sz="1100" b="1">
                <a:latin typeface="Arial"/>
                <a:ea typeface="Arial"/>
                <a:cs typeface="Arial"/>
                <a:sym typeface="Arial"/>
              </a:rPr>
              <a:t>192 bits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(6 subkeys of 32 bits each). A total of </a:t>
            </a:r>
            <a:r>
              <a:rPr lang="en" sz="1100" b="1">
                <a:latin typeface="Arial"/>
                <a:ea typeface="Arial"/>
                <a:cs typeface="Arial"/>
                <a:sym typeface="Arial"/>
              </a:rPr>
              <a:t>24 round keys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are generated for 24 rounds in LEA-128.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83"/>
          <p:cNvSpPr txBox="1">
            <a:spLocks noGrp="1"/>
          </p:cNvSpPr>
          <p:nvPr>
            <p:ph type="title"/>
          </p:nvPr>
        </p:nvSpPr>
        <p:spPr>
          <a:xfrm>
            <a:off x="685346" y="457200"/>
            <a:ext cx="7765321" cy="727838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57150" tIns="28575" rIns="57150" bIns="2857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Lustria"/>
              <a:buNone/>
            </a:pPr>
            <a:r>
              <a:rPr lang="en"/>
              <a:t>Key Expansion Process</a:t>
            </a:r>
            <a:endParaRPr/>
          </a:p>
        </p:txBody>
      </p:sp>
      <p:pic>
        <p:nvPicPr>
          <p:cNvPr id="457" name="Google Shape;457;p8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64480" y="1943131"/>
            <a:ext cx="3528059" cy="2267506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" name="Google Shape;458;p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9575" y="1439000"/>
            <a:ext cx="4499425" cy="304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84"/>
          <p:cNvSpPr txBox="1">
            <a:spLocks noGrp="1"/>
          </p:cNvSpPr>
          <p:nvPr>
            <p:ph type="title"/>
          </p:nvPr>
        </p:nvSpPr>
        <p:spPr>
          <a:xfrm>
            <a:off x="689339" y="241145"/>
            <a:ext cx="7765321" cy="53944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57150" tIns="28575" rIns="57150" bIns="2857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Lustria"/>
              <a:buNone/>
            </a:pPr>
            <a:r>
              <a:rPr lang="en"/>
              <a:t>LEA Round Cipher Process</a:t>
            </a:r>
            <a:endParaRPr/>
          </a:p>
        </p:txBody>
      </p:sp>
      <p:sp>
        <p:nvSpPr>
          <p:cNvPr id="464" name="Google Shape;464;p84"/>
          <p:cNvSpPr txBox="1">
            <a:spLocks noGrp="1"/>
          </p:cNvSpPr>
          <p:nvPr>
            <p:ph type="body" idx="1"/>
          </p:nvPr>
        </p:nvSpPr>
        <p:spPr>
          <a:xfrm>
            <a:off x="146360" y="780585"/>
            <a:ext cx="7485256" cy="4230494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57150" tIns="28575" rIns="57150" bIns="28575" anchor="t" anchorCtr="0">
            <a:noAutofit/>
          </a:bodyPr>
          <a:lstStyle/>
          <a:p>
            <a:pPr marL="254000" lvl="0" indent="-228600" algn="l" rtl="0">
              <a:spcBef>
                <a:spcPts val="0"/>
              </a:spcBef>
              <a:spcAft>
                <a:spcPts val="0"/>
              </a:spcAft>
              <a:buSzPts val="800"/>
              <a:buFont typeface="Lustria"/>
              <a:buAutoNum type="arabicPeriod"/>
            </a:pPr>
            <a:r>
              <a:rPr lang="en" sz="1100" b="1" i="0" u="none" strike="noStrike">
                <a:latin typeface="Arial"/>
                <a:ea typeface="Arial"/>
                <a:cs typeface="Arial"/>
                <a:sym typeface="Arial"/>
              </a:rPr>
              <a:t>Overview of Rounds</a:t>
            </a:r>
            <a:r>
              <a:rPr lang="en" sz="1100" b="0" i="0" u="none" strike="noStrike">
                <a:latin typeface="Arial"/>
                <a:ea typeface="Arial"/>
                <a:cs typeface="Arial"/>
                <a:sym typeface="Arial"/>
              </a:rPr>
              <a:t>:</a:t>
            </a:r>
            <a:endParaRPr sz="1100" b="1" i="0" u="none" strike="noStrike">
              <a:latin typeface="Arial"/>
              <a:ea typeface="Arial"/>
              <a:cs typeface="Arial"/>
              <a:sym typeface="Arial"/>
            </a:endParaRPr>
          </a:p>
          <a:p>
            <a:pPr marL="469900" lvl="1" indent="-190500" algn="l" rtl="0">
              <a:spcBef>
                <a:spcPts val="700"/>
              </a:spcBef>
              <a:spcAft>
                <a:spcPts val="0"/>
              </a:spcAft>
              <a:buSzPts val="800"/>
              <a:buFont typeface="Arial"/>
              <a:buChar char="•"/>
            </a:pPr>
            <a:r>
              <a:rPr lang="en" sz="1100" b="0" i="0" u="none" strike="noStrike">
                <a:latin typeface="Arial"/>
                <a:ea typeface="Arial"/>
                <a:cs typeface="Arial"/>
                <a:sym typeface="Arial"/>
              </a:rPr>
              <a:t>LEA performs </a:t>
            </a:r>
            <a:r>
              <a:rPr lang="en" sz="1100" b="1" i="0" u="none" strike="noStrike">
                <a:latin typeface="Arial"/>
                <a:ea typeface="Arial"/>
                <a:cs typeface="Arial"/>
                <a:sym typeface="Arial"/>
              </a:rPr>
              <a:t>24 rounds</a:t>
            </a:r>
            <a:r>
              <a:rPr lang="en" sz="1100" b="0" i="0" u="none" strike="noStrike">
                <a:latin typeface="Arial"/>
                <a:ea typeface="Arial"/>
                <a:cs typeface="Arial"/>
                <a:sym typeface="Arial"/>
              </a:rPr>
              <a:t> for a 128-bit key (more for larger keys).</a:t>
            </a:r>
            <a:endParaRPr/>
          </a:p>
          <a:p>
            <a:pPr marL="469900" lvl="1" indent="-190500" algn="l" rtl="0">
              <a:spcBef>
                <a:spcPts val="700"/>
              </a:spcBef>
              <a:spcAft>
                <a:spcPts val="0"/>
              </a:spcAft>
              <a:buSzPts val="800"/>
              <a:buFont typeface="Arial"/>
              <a:buChar char="•"/>
            </a:pPr>
            <a:r>
              <a:rPr lang="en" sz="1100" b="0" i="0" u="none" strike="noStrike">
                <a:latin typeface="Arial"/>
                <a:ea typeface="Arial"/>
                <a:cs typeface="Arial"/>
                <a:sym typeface="Arial"/>
              </a:rPr>
              <a:t>Each round processes the </a:t>
            </a:r>
            <a:r>
              <a:rPr lang="en" sz="1100" b="1" i="0" u="none" strike="noStrike">
                <a:latin typeface="Arial"/>
                <a:ea typeface="Arial"/>
                <a:cs typeface="Arial"/>
                <a:sym typeface="Arial"/>
              </a:rPr>
              <a:t>128-bit input block</a:t>
            </a:r>
            <a:r>
              <a:rPr lang="en" sz="1100" b="0" i="0" u="none" strike="noStrike">
                <a:latin typeface="Arial"/>
                <a:ea typeface="Arial"/>
                <a:cs typeface="Arial"/>
                <a:sym typeface="Arial"/>
              </a:rPr>
              <a:t> by splitting it into four </a:t>
            </a:r>
            <a:r>
              <a:rPr lang="en" sz="1100" b="1" i="0" u="none" strike="noStrike">
                <a:latin typeface="Arial"/>
                <a:ea typeface="Arial"/>
                <a:cs typeface="Arial"/>
                <a:sym typeface="Arial"/>
              </a:rPr>
              <a:t>32-bit words</a:t>
            </a:r>
            <a:r>
              <a:rPr lang="en" sz="1100" b="0" i="0" u="none" strike="noStrike">
                <a:latin typeface="Arial"/>
                <a:ea typeface="Arial"/>
                <a:cs typeface="Arial"/>
                <a:sym typeface="Arial"/>
              </a:rPr>
              <a:t> and applying transformations.</a:t>
            </a:r>
            <a:endParaRPr/>
          </a:p>
          <a:p>
            <a:pPr marL="254000" lvl="0" indent="-228600" algn="l" rtl="0">
              <a:spcBef>
                <a:spcPts val="700"/>
              </a:spcBef>
              <a:spcAft>
                <a:spcPts val="0"/>
              </a:spcAft>
              <a:buSzPts val="800"/>
              <a:buFont typeface="Lustria"/>
              <a:buAutoNum type="arabicPeriod"/>
            </a:pPr>
            <a:r>
              <a:rPr lang="en" sz="1100" b="1" i="0" u="none" strike="noStrike">
                <a:latin typeface="Arial"/>
                <a:ea typeface="Arial"/>
                <a:cs typeface="Arial"/>
                <a:sym typeface="Arial"/>
              </a:rPr>
              <a:t>Input Structure:</a:t>
            </a:r>
            <a:endParaRPr/>
          </a:p>
          <a:p>
            <a:pPr marL="469900" lvl="1" indent="-190500" algn="l" rtl="0">
              <a:spcBef>
                <a:spcPts val="700"/>
              </a:spcBef>
              <a:spcAft>
                <a:spcPts val="0"/>
              </a:spcAft>
              <a:buSzPts val="800"/>
              <a:buFont typeface="Arial"/>
              <a:buChar char="•"/>
            </a:pPr>
            <a:r>
              <a:rPr lang="en" sz="1100" b="0" i="0" u="none" strike="noStrike">
                <a:latin typeface="Arial"/>
                <a:ea typeface="Arial"/>
                <a:cs typeface="Arial"/>
                <a:sym typeface="Arial"/>
              </a:rPr>
              <a:t>The input block (plaintext) X is divided into four 32-bit words: X0, X1, X2,X3</a:t>
            </a:r>
            <a:endParaRPr/>
          </a:p>
          <a:p>
            <a:pPr marL="469900" lvl="1" indent="-190500" algn="l" rtl="0">
              <a:spcBef>
                <a:spcPts val="700"/>
              </a:spcBef>
              <a:spcAft>
                <a:spcPts val="0"/>
              </a:spcAft>
              <a:buSzPts val="800"/>
              <a:buFont typeface="Arial"/>
              <a:buChar char="•"/>
            </a:pPr>
            <a:r>
              <a:rPr lang="en" sz="1100" b="0" i="0" u="none" strike="noStrike">
                <a:latin typeface="Arial"/>
                <a:ea typeface="Arial"/>
                <a:cs typeface="Arial"/>
                <a:sym typeface="Arial"/>
              </a:rPr>
              <a:t>Each word is transformed during the round using the corresponding </a:t>
            </a:r>
            <a:r>
              <a:rPr lang="en" sz="1100" b="1" i="0" u="none" strike="noStrike">
                <a:latin typeface="Arial"/>
                <a:ea typeface="Arial"/>
                <a:cs typeface="Arial"/>
                <a:sym typeface="Arial"/>
              </a:rPr>
              <a:t>round key</a:t>
            </a:r>
            <a:r>
              <a:rPr lang="en" sz="1100" b="0" i="0" u="none" strike="noStrike">
                <a:latin typeface="Arial"/>
                <a:ea typeface="Arial"/>
                <a:cs typeface="Arial"/>
                <a:sym typeface="Arial"/>
              </a:rPr>
              <a:t> and cryptographic operations.</a:t>
            </a:r>
            <a:endParaRPr/>
          </a:p>
          <a:p>
            <a:pPr marL="254000" lvl="0" indent="-228600" algn="l" rtl="0">
              <a:spcBef>
                <a:spcPts val="700"/>
              </a:spcBef>
              <a:spcAft>
                <a:spcPts val="0"/>
              </a:spcAft>
              <a:buSzPts val="800"/>
              <a:buFont typeface="Lustria"/>
              <a:buAutoNum type="arabicPeriod"/>
            </a:pPr>
            <a:r>
              <a:rPr lang="en" sz="1100" b="1" i="0" u="none" strike="noStrike">
                <a:latin typeface="Arial"/>
                <a:ea typeface="Arial"/>
                <a:cs typeface="Arial"/>
                <a:sym typeface="Arial"/>
              </a:rPr>
              <a:t>Operations Per Round:</a:t>
            </a:r>
            <a:r>
              <a:rPr lang="en" sz="1100" b="0" i="0" u="none" strike="noStrike">
                <a:latin typeface="Arial"/>
                <a:ea typeface="Arial"/>
                <a:cs typeface="Arial"/>
                <a:sym typeface="Arial"/>
              </a:rPr>
              <a:t> Each round applies the following three steps:</a:t>
            </a:r>
            <a:endParaRPr sz="1100" b="1" i="0" u="none" strike="noStrike">
              <a:latin typeface="Arial"/>
              <a:ea typeface="Arial"/>
              <a:cs typeface="Arial"/>
              <a:sym typeface="Arial"/>
            </a:endParaRPr>
          </a:p>
          <a:p>
            <a:pPr marL="469900" lvl="1" indent="-190500" algn="l" rtl="0">
              <a:spcBef>
                <a:spcPts val="700"/>
              </a:spcBef>
              <a:spcAft>
                <a:spcPts val="0"/>
              </a:spcAft>
              <a:buSzPts val="800"/>
              <a:buFont typeface="Arial"/>
              <a:buChar char="•"/>
            </a:pPr>
            <a:r>
              <a:rPr lang="en" sz="1100" b="1" i="0" u="none" strike="noStrike">
                <a:latin typeface="Arial"/>
                <a:ea typeface="Arial"/>
                <a:cs typeface="Arial"/>
                <a:sym typeface="Arial"/>
              </a:rPr>
              <a:t>Modular Addition ( + mod 2^32):</a:t>
            </a:r>
            <a:endParaRPr/>
          </a:p>
          <a:p>
            <a:pPr marL="571500" lvl="0" indent="-292100" algn="l" rtl="0">
              <a:spcBef>
                <a:spcPts val="700"/>
              </a:spcBef>
              <a:spcAft>
                <a:spcPts val="0"/>
              </a:spcAft>
              <a:buSzPts val="800"/>
              <a:buChar char="◈"/>
            </a:pPr>
            <a:r>
              <a:rPr lang="en" sz="1100" b="0" i="0" u="none" strike="noStrike">
                <a:latin typeface="Arial"/>
                <a:ea typeface="Arial"/>
                <a:cs typeface="Arial"/>
                <a:sym typeface="Arial"/>
              </a:rPr>
              <a:t>Adds the first word (X0​) with the corresponding part of the round key (RK1).</a:t>
            </a:r>
            <a:endParaRPr sz="1100" b="0"/>
          </a:p>
          <a:p>
            <a:pPr marL="292100" lvl="0" indent="-241300" algn="l" rtl="0">
              <a:spcBef>
                <a:spcPts val="700"/>
              </a:spcBef>
              <a:spcAft>
                <a:spcPts val="0"/>
              </a:spcAft>
              <a:buSzPts val="800"/>
              <a:buFont typeface="Arial"/>
              <a:buChar char="•"/>
            </a:pPr>
            <a:r>
              <a:rPr lang="en" sz="1100" b="1" i="0" u="none" strike="noStrike">
                <a:latin typeface="Arial"/>
                <a:ea typeface="Arial"/>
                <a:cs typeface="Arial"/>
                <a:sym typeface="Arial"/>
              </a:rPr>
              <a:t>Bitwise Rotation:</a:t>
            </a:r>
            <a:br>
              <a:rPr lang="en" sz="1100" b="0" i="0" u="none" strike="noStrike">
                <a:latin typeface="Arial"/>
                <a:ea typeface="Arial"/>
                <a:cs typeface="Arial"/>
                <a:sym typeface="Arial"/>
              </a:rPr>
            </a:br>
            <a:r>
              <a:rPr lang="en" sz="1100" b="0" i="0" u="none" strike="noStrike">
                <a:latin typeface="Arial"/>
                <a:ea typeface="Arial"/>
                <a:cs typeface="Arial"/>
                <a:sym typeface="Arial"/>
              </a:rPr>
              <a:t>Rotates the result of the addition by a predefined number of bits (e.g., 3, 5, or 7 bits).</a:t>
            </a:r>
            <a:endParaRPr/>
          </a:p>
          <a:p>
            <a:pPr marL="292100" lvl="0" indent="-241300" algn="l" rtl="0">
              <a:spcBef>
                <a:spcPts val="700"/>
              </a:spcBef>
              <a:spcAft>
                <a:spcPts val="0"/>
              </a:spcAft>
              <a:buSzPts val="800"/>
              <a:buFont typeface="Arial"/>
              <a:buChar char="•"/>
            </a:pPr>
            <a:r>
              <a:rPr lang="en" sz="1100" b="1" i="0" u="none" strike="noStrike">
                <a:latin typeface="Arial"/>
                <a:ea typeface="Arial"/>
                <a:cs typeface="Arial"/>
                <a:sym typeface="Arial"/>
              </a:rPr>
              <a:t>XOR Operation:</a:t>
            </a:r>
            <a:r>
              <a:rPr lang="en" sz="1100" b="0" i="0" u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  <a:p>
            <a:pPr marL="254000" lvl="0" indent="-228600" algn="l" rtl="0">
              <a:spcBef>
                <a:spcPts val="700"/>
              </a:spcBef>
              <a:spcAft>
                <a:spcPts val="0"/>
              </a:spcAft>
              <a:buSzPts val="800"/>
              <a:buChar char="◈"/>
            </a:pPr>
            <a:r>
              <a:rPr lang="en" sz="1100" b="0" i="0" u="none" strike="noStrike">
                <a:latin typeface="Arial"/>
                <a:ea typeface="Arial"/>
                <a:cs typeface="Arial"/>
                <a:sym typeface="Arial"/>
              </a:rPr>
              <a:t>Applies an XOR operation to mix the data across words, enhancing diffusion.</a:t>
            </a:r>
            <a:endParaRPr sz="1100" b="0"/>
          </a:p>
          <a:p>
            <a:pPr marL="254000" lvl="0" indent="-228600" algn="l" rtl="0">
              <a:spcBef>
                <a:spcPts val="700"/>
              </a:spcBef>
              <a:spcAft>
                <a:spcPts val="0"/>
              </a:spcAft>
              <a:buSzPts val="800"/>
              <a:buFont typeface="Lustria"/>
              <a:buAutoNum type="arabicPeriod" startAt="4"/>
            </a:pPr>
            <a:r>
              <a:rPr lang="en" sz="1100" b="1" i="0" u="none" strike="noStrike">
                <a:latin typeface="Arial"/>
                <a:ea typeface="Arial"/>
                <a:cs typeface="Arial"/>
                <a:sym typeface="Arial"/>
              </a:rPr>
              <a:t>Output of Each Round:</a:t>
            </a:r>
            <a:endParaRPr/>
          </a:p>
          <a:p>
            <a:pPr marL="469900" lvl="1" indent="-190500" algn="l" rtl="0">
              <a:spcBef>
                <a:spcPts val="700"/>
              </a:spcBef>
              <a:spcAft>
                <a:spcPts val="0"/>
              </a:spcAft>
              <a:buSzPts val="800"/>
              <a:buFont typeface="Arial"/>
              <a:buChar char="•"/>
            </a:pPr>
            <a:r>
              <a:rPr lang="en" sz="1100" b="0" i="0" u="none" strike="noStrike">
                <a:latin typeface="Arial"/>
                <a:ea typeface="Arial"/>
                <a:cs typeface="Arial"/>
                <a:sym typeface="Arial"/>
              </a:rPr>
              <a:t>The transformed words become the input for the next round.</a:t>
            </a:r>
            <a:endParaRPr/>
          </a:p>
          <a:p>
            <a:pPr marL="469900" lvl="1" indent="-190500" algn="l" rtl="0">
              <a:spcBef>
                <a:spcPts val="700"/>
              </a:spcBef>
              <a:spcAft>
                <a:spcPts val="0"/>
              </a:spcAft>
              <a:buSzPts val="800"/>
              <a:buFont typeface="Arial"/>
              <a:buChar char="•"/>
            </a:pPr>
            <a:r>
              <a:rPr lang="en" sz="1100" b="0" i="0" u="none" strike="noStrike">
                <a:latin typeface="Arial"/>
                <a:ea typeface="Arial"/>
                <a:cs typeface="Arial"/>
                <a:sym typeface="Arial"/>
              </a:rPr>
              <a:t>After the 24th round, the final 128-bit block is the ciphertext.</a:t>
            </a:r>
            <a:endParaRPr/>
          </a:p>
          <a:p>
            <a:pPr marL="25400" lvl="0" indent="0" algn="l" rtl="0">
              <a:spcBef>
                <a:spcPts val="1200"/>
              </a:spcBef>
              <a:spcAft>
                <a:spcPts val="0"/>
              </a:spcAft>
              <a:buSzPts val="700"/>
              <a:buNone/>
            </a:pPr>
            <a:r>
              <a:rPr lang="en" sz="1000" b="0" i="0" u="none" strike="noStrike">
                <a:latin typeface="Arial"/>
                <a:ea typeface="Arial"/>
                <a:cs typeface="Arial"/>
                <a:sym typeface="Arial"/>
              </a:rPr>
              <a:t>  </a:t>
            </a:r>
            <a:endParaRPr sz="1000" b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85"/>
          <p:cNvSpPr txBox="1">
            <a:spLocks noGrp="1"/>
          </p:cNvSpPr>
          <p:nvPr>
            <p:ph type="title"/>
          </p:nvPr>
        </p:nvSpPr>
        <p:spPr>
          <a:xfrm>
            <a:off x="423409" y="2207831"/>
            <a:ext cx="2309061" cy="727838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57150" tIns="28575" rIns="57150" bIns="2857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Lustria"/>
              <a:buNone/>
            </a:pPr>
            <a:r>
              <a:rPr lang="en" sz="2100"/>
              <a:t>LEA Round Cipher Process</a:t>
            </a:r>
            <a:endParaRPr sz="2100"/>
          </a:p>
        </p:txBody>
      </p:sp>
      <p:pic>
        <p:nvPicPr>
          <p:cNvPr id="470" name="Google Shape;470;p85"/>
          <p:cNvPicPr preferRelativeResize="0"/>
          <p:nvPr/>
        </p:nvPicPr>
        <p:blipFill rotWithShape="1">
          <a:blip r:embed="rId4">
            <a:alphaModFix/>
          </a:blip>
          <a:srcRect t="964" r="2806" b="1446"/>
          <a:stretch/>
        </p:blipFill>
        <p:spPr>
          <a:xfrm>
            <a:off x="3414713" y="1"/>
            <a:ext cx="5729288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8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14725" y="0"/>
            <a:ext cx="5857825" cy="514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86"/>
          <p:cNvSpPr txBox="1">
            <a:spLocks noGrp="1"/>
          </p:cNvSpPr>
          <p:nvPr>
            <p:ph type="title"/>
          </p:nvPr>
        </p:nvSpPr>
        <p:spPr>
          <a:xfrm>
            <a:off x="689339" y="248114"/>
            <a:ext cx="7765321" cy="727837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57150" tIns="28575" rIns="57150" bIns="2857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Lustria"/>
              <a:buNone/>
            </a:pPr>
            <a:r>
              <a:rPr lang="en"/>
              <a:t>LEA Encryption in CFB Mode</a:t>
            </a:r>
            <a:endParaRPr/>
          </a:p>
        </p:txBody>
      </p:sp>
      <p:sp>
        <p:nvSpPr>
          <p:cNvPr id="477" name="Google Shape;477;p86"/>
          <p:cNvSpPr txBox="1">
            <a:spLocks noGrp="1"/>
          </p:cNvSpPr>
          <p:nvPr>
            <p:ph type="body" idx="1"/>
          </p:nvPr>
        </p:nvSpPr>
        <p:spPr>
          <a:xfrm>
            <a:off x="685346" y="1115122"/>
            <a:ext cx="7765321" cy="3683097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57150" tIns="28575" rIns="57150" bIns="28575" anchor="t" anchorCtr="0">
            <a:noAutofit/>
          </a:bodyPr>
          <a:lstStyle/>
          <a:p>
            <a:pPr marL="254000" lvl="0" indent="-234950" algn="l" rtl="0">
              <a:spcBef>
                <a:spcPts val="0"/>
              </a:spcBef>
              <a:spcAft>
                <a:spcPts val="0"/>
              </a:spcAft>
              <a:buSzPts val="1100"/>
              <a:buFont typeface="Lustria"/>
              <a:buAutoNum type="arabicPeriod"/>
            </a:pPr>
            <a:r>
              <a:rPr lang="en" b="1" i="0" u="none" strike="noStrike">
                <a:latin typeface="Arial"/>
                <a:ea typeface="Arial"/>
                <a:cs typeface="Arial"/>
                <a:sym typeface="Arial"/>
              </a:rPr>
              <a:t>Encrypt the Feedback Block (128 bits):</a:t>
            </a:r>
            <a:endParaRPr/>
          </a:p>
          <a:p>
            <a:pPr marL="292100" lvl="0" indent="-234950" algn="l" rtl="0">
              <a:spcBef>
                <a:spcPts val="800"/>
              </a:spcBef>
              <a:spcAft>
                <a:spcPts val="0"/>
              </a:spcAft>
              <a:buSzPts val="1100"/>
              <a:buFont typeface="Arial"/>
              <a:buChar char="•"/>
            </a:pPr>
            <a:r>
              <a:rPr lang="en" b="0" i="0" u="none" strike="noStrike">
                <a:latin typeface="Arial"/>
                <a:ea typeface="Arial"/>
                <a:cs typeface="Arial"/>
                <a:sym typeface="Arial"/>
              </a:rPr>
              <a:t>Encrypt the IV or feedback block with LEA to produce Ki (128 bits).</a:t>
            </a:r>
            <a:br>
              <a:rPr lang="en" b="0" i="0" u="none" strike="noStrike">
                <a:latin typeface="Arial"/>
                <a:ea typeface="Arial"/>
                <a:cs typeface="Arial"/>
                <a:sym typeface="Arial"/>
              </a:rPr>
            </a:br>
            <a:r>
              <a:rPr lang="en" b="0" i="0" u="none" strike="noStrike">
                <a:latin typeface="Arial"/>
                <a:ea typeface="Arial"/>
                <a:cs typeface="Arial"/>
                <a:sym typeface="Arial"/>
              </a:rPr>
              <a:t>                    K0=LEA (IV) , Ki = LEA (IV(i-1))</a:t>
            </a:r>
            <a:endParaRPr/>
          </a:p>
          <a:p>
            <a:pPr marL="254000" lvl="0" indent="-234950" algn="l" rtl="0">
              <a:spcBef>
                <a:spcPts val="800"/>
              </a:spcBef>
              <a:spcAft>
                <a:spcPts val="0"/>
              </a:spcAft>
              <a:buSzPts val="1100"/>
              <a:buFont typeface="Lustria"/>
              <a:buAutoNum type="arabicPeriod" startAt="2"/>
            </a:pPr>
            <a:r>
              <a:rPr lang="en" b="1" i="0" u="none" strike="noStrike">
                <a:latin typeface="Arial"/>
                <a:ea typeface="Arial"/>
                <a:cs typeface="Arial"/>
                <a:sym typeface="Arial"/>
              </a:rPr>
              <a:t>Extract the Keystream (First S-Bits):</a:t>
            </a:r>
            <a:endParaRPr/>
          </a:p>
          <a:p>
            <a:pPr marL="469900" lvl="1" indent="-184150" algn="l" rtl="0">
              <a:spcBef>
                <a:spcPts val="800"/>
              </a:spcBef>
              <a:spcAft>
                <a:spcPts val="0"/>
              </a:spcAft>
              <a:buSzPts val="1100"/>
              <a:buFont typeface="Arial"/>
              <a:buChar char="•"/>
            </a:pPr>
            <a:r>
              <a:rPr lang="en" sz="1500" b="0" i="0" u="none" strike="noStrike">
                <a:latin typeface="Arial"/>
                <a:ea typeface="Arial"/>
                <a:cs typeface="Arial"/>
                <a:sym typeface="Arial"/>
              </a:rPr>
              <a:t>Take the first S-bits from the left (MSB) of Ki:</a:t>
            </a:r>
            <a:br>
              <a:rPr lang="en" sz="1500" b="0" i="0" u="none" strike="noStrike">
                <a:latin typeface="Arial"/>
                <a:ea typeface="Arial"/>
                <a:cs typeface="Arial"/>
                <a:sym typeface="Arial"/>
              </a:rPr>
            </a:br>
            <a:r>
              <a:rPr lang="en" sz="1500" b="0" i="0" u="none" strike="noStrike">
                <a:latin typeface="Arial"/>
                <a:ea typeface="Arial"/>
                <a:cs typeface="Arial"/>
                <a:sym typeface="Arial"/>
              </a:rPr>
              <a:t>                    Ki_s = Ki [ 0 : s]</a:t>
            </a:r>
            <a:endParaRPr/>
          </a:p>
          <a:p>
            <a:pPr marL="254000" lvl="0" indent="-234950" algn="l" rtl="0">
              <a:spcBef>
                <a:spcPts val="800"/>
              </a:spcBef>
              <a:spcAft>
                <a:spcPts val="0"/>
              </a:spcAft>
              <a:buSzPts val="1100"/>
              <a:buFont typeface="Lustria"/>
              <a:buAutoNum type="arabicPeriod" startAt="2"/>
            </a:pPr>
            <a:r>
              <a:rPr lang="en" b="1" i="0" u="none" strike="noStrike">
                <a:latin typeface="Arial"/>
                <a:ea typeface="Arial"/>
                <a:cs typeface="Arial"/>
                <a:sym typeface="Arial"/>
              </a:rPr>
              <a:t>Use the Keystream for XOR with Plaintext:</a:t>
            </a:r>
            <a:endParaRPr/>
          </a:p>
          <a:p>
            <a:pPr marL="469900" lvl="1" indent="-184150" algn="l" rtl="0">
              <a:spcBef>
                <a:spcPts val="800"/>
              </a:spcBef>
              <a:spcAft>
                <a:spcPts val="0"/>
              </a:spcAft>
              <a:buSzPts val="1100"/>
              <a:buFont typeface="Arial"/>
              <a:buChar char="•"/>
            </a:pPr>
            <a:r>
              <a:rPr lang="en" sz="1500" b="0" i="0" u="none" strike="noStrike">
                <a:latin typeface="Arial"/>
                <a:ea typeface="Arial"/>
                <a:cs typeface="Arial"/>
                <a:sym typeface="Arial"/>
              </a:rPr>
              <a:t>XOR the S-bit plaintext chunk (Pi​) with Ki_s​:</a:t>
            </a:r>
            <a:br>
              <a:rPr lang="en" sz="1500" b="0" i="0" u="none" strike="noStrike">
                <a:latin typeface="Arial"/>
                <a:ea typeface="Arial"/>
                <a:cs typeface="Arial"/>
                <a:sym typeface="Arial"/>
              </a:rPr>
            </a:br>
            <a:r>
              <a:rPr lang="en" sz="1500" b="0" i="0" u="none" strike="noStrike">
                <a:latin typeface="Arial"/>
                <a:ea typeface="Arial"/>
                <a:cs typeface="Arial"/>
                <a:sym typeface="Arial"/>
              </a:rPr>
              <a:t>                    Ci = Pi (Xor) Ki_s</a:t>
            </a:r>
            <a:endParaRPr sz="1500" b="0" i="0" u="none" strike="noStrike">
              <a:latin typeface="Arial"/>
              <a:ea typeface="Arial"/>
              <a:cs typeface="Arial"/>
              <a:sym typeface="Arial"/>
            </a:endParaRPr>
          </a:p>
          <a:p>
            <a:pPr marL="254000" lvl="0" indent="-234950" algn="l" rtl="0">
              <a:spcBef>
                <a:spcPts val="800"/>
              </a:spcBef>
              <a:spcAft>
                <a:spcPts val="0"/>
              </a:spcAft>
              <a:buSzPts val="1100"/>
              <a:buFont typeface="Lustria"/>
              <a:buAutoNum type="arabicPeriod" startAt="2"/>
            </a:pPr>
            <a:r>
              <a:rPr lang="en" b="1" i="0" u="none" strike="noStrike">
                <a:latin typeface="Arial"/>
                <a:ea typeface="Arial"/>
                <a:cs typeface="Arial"/>
                <a:sym typeface="Arial"/>
              </a:rPr>
              <a:t>Update the Feedback (IV): </a:t>
            </a:r>
            <a:endParaRPr/>
          </a:p>
          <a:p>
            <a:pPr marL="469900" lvl="1" indent="-184150" algn="l" rtl="0">
              <a:spcBef>
                <a:spcPts val="800"/>
              </a:spcBef>
              <a:spcAft>
                <a:spcPts val="0"/>
              </a:spcAft>
              <a:buSzPts val="1100"/>
              <a:buFont typeface="Arial"/>
              <a:buChar char="•"/>
            </a:pPr>
            <a:r>
              <a:rPr lang="en" sz="1500" b="0" i="0" u="none" strike="noStrike">
                <a:latin typeface="Arial"/>
                <a:ea typeface="Arial"/>
                <a:cs typeface="Arial"/>
                <a:sym typeface="Arial"/>
              </a:rPr>
              <a:t>Form the new IV by shifting the remaining bits and appending Ci:</a:t>
            </a:r>
            <a:br>
              <a:rPr lang="en" sz="1500" b="0" i="0" u="none" strike="noStrike">
                <a:latin typeface="Arial"/>
                <a:ea typeface="Arial"/>
                <a:cs typeface="Arial"/>
                <a:sym typeface="Arial"/>
              </a:rPr>
            </a:br>
            <a:r>
              <a:rPr lang="en" sz="1500" b="0" i="0" u="none" strike="noStrike">
                <a:latin typeface="Arial"/>
                <a:ea typeface="Arial"/>
                <a:cs typeface="Arial"/>
                <a:sym typeface="Arial"/>
              </a:rPr>
              <a:t>New IV = (S-right bits in IV || Ci) </a:t>
            </a:r>
            <a:br>
              <a:rPr lang="en" sz="1300" b="0"/>
            </a:br>
            <a:br>
              <a:rPr lang="en" sz="1300" b="0"/>
            </a:br>
            <a:endParaRPr sz="13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87"/>
          <p:cNvSpPr txBox="1">
            <a:spLocks noGrp="1"/>
          </p:cNvSpPr>
          <p:nvPr>
            <p:ph type="title"/>
          </p:nvPr>
        </p:nvSpPr>
        <p:spPr>
          <a:xfrm>
            <a:off x="685346" y="103997"/>
            <a:ext cx="7765321" cy="720693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57150" tIns="28575" rIns="57150" bIns="2857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300"/>
              <a:buFont typeface="Arial"/>
              <a:buNone/>
            </a:pPr>
            <a:r>
              <a:rPr lang="en" sz="2300" b="0" i="0" u="none" strike="noStrike">
                <a:latin typeface="Arial"/>
                <a:ea typeface="Arial"/>
                <a:cs typeface="Arial"/>
                <a:sym typeface="Arial"/>
              </a:rPr>
              <a:t>Encryption in CFB Mode Diagram</a:t>
            </a:r>
            <a:endParaRPr sz="2500"/>
          </a:p>
        </p:txBody>
      </p:sp>
      <p:pic>
        <p:nvPicPr>
          <p:cNvPr id="483" name="Google Shape;483;p87" descr="A screenshot of a computer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449126" y="922020"/>
            <a:ext cx="6370774" cy="37719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</p:pic>
      <p:sp>
        <p:nvSpPr>
          <p:cNvPr id="484" name="Google Shape;484;p87"/>
          <p:cNvSpPr txBox="1"/>
          <p:nvPr/>
        </p:nvSpPr>
        <p:spPr>
          <a:xfrm>
            <a:off x="1043940" y="1388570"/>
            <a:ext cx="441960" cy="25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X0</a:t>
            </a:r>
            <a:endParaRPr sz="1300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485" name="Google Shape;485;p87"/>
          <p:cNvSpPr txBox="1"/>
          <p:nvPr/>
        </p:nvSpPr>
        <p:spPr>
          <a:xfrm>
            <a:off x="4084134" y="1376268"/>
            <a:ext cx="376354" cy="25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X1</a:t>
            </a:r>
            <a:r>
              <a:rPr lang="en" sz="11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 </a:t>
            </a:r>
            <a:endParaRPr sz="11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486" name="Google Shape;486;p87"/>
          <p:cNvSpPr txBox="1"/>
          <p:nvPr/>
        </p:nvSpPr>
        <p:spPr>
          <a:xfrm>
            <a:off x="2228850" y="1832917"/>
            <a:ext cx="381000" cy="192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128</a:t>
            </a:r>
            <a:endParaRPr sz="900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487" name="Google Shape;487;p87"/>
          <p:cNvSpPr txBox="1"/>
          <p:nvPr/>
        </p:nvSpPr>
        <p:spPr>
          <a:xfrm>
            <a:off x="2228850" y="2615609"/>
            <a:ext cx="381000" cy="192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128</a:t>
            </a:r>
            <a:endParaRPr sz="900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488" name="Google Shape;488;p87"/>
          <p:cNvSpPr txBox="1"/>
          <p:nvPr/>
        </p:nvSpPr>
        <p:spPr>
          <a:xfrm>
            <a:off x="5257800" y="1837035"/>
            <a:ext cx="381000" cy="192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128</a:t>
            </a:r>
            <a:endParaRPr sz="900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489" name="Google Shape;489;p87"/>
          <p:cNvSpPr txBox="1"/>
          <p:nvPr/>
        </p:nvSpPr>
        <p:spPr>
          <a:xfrm>
            <a:off x="5238750" y="2602909"/>
            <a:ext cx="381000" cy="192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128</a:t>
            </a:r>
            <a:endParaRPr sz="900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490" name="Google Shape;490;p87"/>
          <p:cNvSpPr txBox="1"/>
          <p:nvPr/>
        </p:nvSpPr>
        <p:spPr>
          <a:xfrm>
            <a:off x="7139181" y="1376268"/>
            <a:ext cx="1720850" cy="25006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t="-7574" b="-25755"/>
            </a:stretch>
          </a:blipFill>
          <a:ln>
            <a:noFill/>
          </a:ln>
        </p:spPr>
        <p:txBody>
          <a:bodyPr spcFirstLastPara="1" wrap="square" lIns="57150" tIns="28575" rIns="57150" bIns="285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Lustria"/>
                <a:ea typeface="Lustria"/>
                <a:cs typeface="Lustria"/>
                <a:sym typeface="Lustria"/>
              </a:rPr>
              <a:t> </a:t>
            </a:r>
            <a:endParaRPr sz="900"/>
          </a:p>
        </p:txBody>
      </p:sp>
      <p:sp>
        <p:nvSpPr>
          <p:cNvPr id="491" name="Google Shape;491;p87"/>
          <p:cNvSpPr txBox="1"/>
          <p:nvPr/>
        </p:nvSpPr>
        <p:spPr>
          <a:xfrm>
            <a:off x="7139180" y="1832918"/>
            <a:ext cx="1720850" cy="250069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1514"/>
            </a:stretch>
          </a:blipFill>
          <a:ln>
            <a:noFill/>
          </a:ln>
        </p:spPr>
        <p:txBody>
          <a:bodyPr spcFirstLastPara="1" wrap="square" lIns="57150" tIns="28575" rIns="57150" bIns="285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Lustria"/>
                <a:ea typeface="Lustria"/>
                <a:cs typeface="Lustria"/>
                <a:sym typeface="Lustria"/>
              </a:rPr>
              <a:t> </a:t>
            </a:r>
            <a:endParaRPr sz="900"/>
          </a:p>
        </p:txBody>
      </p:sp>
      <p:sp>
        <p:nvSpPr>
          <p:cNvPr id="492" name="Google Shape;492;p87"/>
          <p:cNvSpPr txBox="1"/>
          <p:nvPr/>
        </p:nvSpPr>
        <p:spPr>
          <a:xfrm>
            <a:off x="7027165" y="2321681"/>
            <a:ext cx="1944881" cy="250069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t="-7574" b="-25755"/>
            </a:stretch>
          </a:blipFill>
          <a:ln>
            <a:noFill/>
          </a:ln>
        </p:spPr>
        <p:txBody>
          <a:bodyPr spcFirstLastPara="1" wrap="square" lIns="57150" tIns="28575" rIns="57150" bIns="285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Lustria"/>
                <a:ea typeface="Lustria"/>
                <a:cs typeface="Lustria"/>
                <a:sym typeface="Lustria"/>
              </a:rPr>
              <a:t> </a:t>
            </a:r>
            <a:endParaRPr sz="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88"/>
          <p:cNvSpPr txBox="1">
            <a:spLocks noGrp="1"/>
          </p:cNvSpPr>
          <p:nvPr>
            <p:ph type="title"/>
          </p:nvPr>
        </p:nvSpPr>
        <p:spPr>
          <a:xfrm>
            <a:off x="685346" y="457200"/>
            <a:ext cx="7765321" cy="727838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57150" tIns="28575" rIns="57150" bIns="2857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Lustria"/>
              <a:buNone/>
            </a:pPr>
            <a:r>
              <a:rPr lang="en"/>
              <a:t>Decryption in CFB Mode Diagram</a:t>
            </a:r>
            <a:endParaRPr/>
          </a:p>
        </p:txBody>
      </p:sp>
      <p:pic>
        <p:nvPicPr>
          <p:cNvPr id="498" name="Google Shape;498;p88" descr="A computer screen shot of a diagram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87426" y="1185038"/>
            <a:ext cx="6494374" cy="345681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</p:pic>
      <p:sp>
        <p:nvSpPr>
          <p:cNvPr id="499" name="Google Shape;499;p88"/>
          <p:cNvSpPr txBox="1"/>
          <p:nvPr/>
        </p:nvSpPr>
        <p:spPr>
          <a:xfrm>
            <a:off x="2127250" y="2025278"/>
            <a:ext cx="381000" cy="192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128</a:t>
            </a:r>
            <a:endParaRPr sz="900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500" name="Google Shape;500;p88"/>
          <p:cNvSpPr txBox="1"/>
          <p:nvPr/>
        </p:nvSpPr>
        <p:spPr>
          <a:xfrm>
            <a:off x="2114550" y="2721082"/>
            <a:ext cx="381000" cy="192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128</a:t>
            </a:r>
            <a:endParaRPr sz="900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501" name="Google Shape;501;p88"/>
          <p:cNvSpPr txBox="1"/>
          <p:nvPr/>
        </p:nvSpPr>
        <p:spPr>
          <a:xfrm>
            <a:off x="5187950" y="2016696"/>
            <a:ext cx="381000" cy="192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128</a:t>
            </a:r>
            <a:endParaRPr sz="900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502" name="Google Shape;502;p88"/>
          <p:cNvSpPr txBox="1"/>
          <p:nvPr/>
        </p:nvSpPr>
        <p:spPr>
          <a:xfrm>
            <a:off x="5175250" y="2721082"/>
            <a:ext cx="381000" cy="192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128</a:t>
            </a:r>
            <a:endParaRPr sz="900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503" name="Google Shape;503;p88"/>
          <p:cNvSpPr txBox="1"/>
          <p:nvPr/>
        </p:nvSpPr>
        <p:spPr>
          <a:xfrm>
            <a:off x="6899275" y="2321681"/>
            <a:ext cx="2139446" cy="25006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t="-7574" b="-25755"/>
            </a:stretch>
          </a:blipFill>
          <a:ln>
            <a:noFill/>
          </a:ln>
        </p:spPr>
        <p:txBody>
          <a:bodyPr spcFirstLastPara="1" wrap="square" lIns="57150" tIns="28575" rIns="57150" bIns="285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Lustria"/>
                <a:ea typeface="Lustria"/>
                <a:cs typeface="Lustria"/>
                <a:sym typeface="Lustria"/>
              </a:rPr>
              <a:t> </a:t>
            </a:r>
            <a:endParaRPr sz="900"/>
          </a:p>
        </p:txBody>
      </p:sp>
      <p:sp>
        <p:nvSpPr>
          <p:cNvPr id="504" name="Google Shape;504;p88"/>
          <p:cNvSpPr txBox="1"/>
          <p:nvPr/>
        </p:nvSpPr>
        <p:spPr>
          <a:xfrm>
            <a:off x="6899275" y="1421024"/>
            <a:ext cx="1720850" cy="250069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t="-9089" b="-25755"/>
            </a:stretch>
          </a:blipFill>
          <a:ln>
            <a:noFill/>
          </a:ln>
        </p:spPr>
        <p:txBody>
          <a:bodyPr spcFirstLastPara="1" wrap="square" lIns="57150" tIns="28575" rIns="57150" bIns="285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Lustria"/>
                <a:ea typeface="Lustria"/>
                <a:cs typeface="Lustria"/>
                <a:sym typeface="Lustria"/>
              </a:rPr>
              <a:t> </a:t>
            </a:r>
            <a:endParaRPr sz="900"/>
          </a:p>
        </p:txBody>
      </p:sp>
      <p:sp>
        <p:nvSpPr>
          <p:cNvPr id="505" name="Google Shape;505;p88"/>
          <p:cNvSpPr txBox="1"/>
          <p:nvPr/>
        </p:nvSpPr>
        <p:spPr>
          <a:xfrm>
            <a:off x="6899275" y="1891804"/>
            <a:ext cx="1720850" cy="250069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3075"/>
            </a:stretch>
          </a:blipFill>
          <a:ln>
            <a:noFill/>
          </a:ln>
        </p:spPr>
        <p:txBody>
          <a:bodyPr spcFirstLastPara="1" wrap="square" lIns="57150" tIns="28575" rIns="57150" bIns="285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Lustria"/>
                <a:ea typeface="Lustria"/>
                <a:cs typeface="Lustria"/>
                <a:sym typeface="Lustria"/>
              </a:rPr>
              <a:t> </a:t>
            </a:r>
            <a:endParaRPr sz="900"/>
          </a:p>
        </p:txBody>
      </p:sp>
      <p:sp>
        <p:nvSpPr>
          <p:cNvPr id="506" name="Google Shape;506;p88"/>
          <p:cNvSpPr txBox="1"/>
          <p:nvPr/>
        </p:nvSpPr>
        <p:spPr>
          <a:xfrm>
            <a:off x="912971" y="1675274"/>
            <a:ext cx="441960" cy="25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X0</a:t>
            </a:r>
            <a:endParaRPr sz="1300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507" name="Google Shape;507;p88"/>
          <p:cNvSpPr txBox="1"/>
          <p:nvPr/>
        </p:nvSpPr>
        <p:spPr>
          <a:xfrm>
            <a:off x="4099853" y="1628325"/>
            <a:ext cx="441960" cy="25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X1</a:t>
            </a:r>
            <a:endParaRPr sz="1300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89"/>
          <p:cNvSpPr txBox="1"/>
          <p:nvPr/>
        </p:nvSpPr>
        <p:spPr>
          <a:xfrm>
            <a:off x="685346" y="457200"/>
            <a:ext cx="4483554" cy="997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0" i="0" u="none" strike="noStrike" cap="non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Introduction to RSA</a:t>
            </a:r>
            <a:endParaRPr/>
          </a:p>
        </p:txBody>
      </p:sp>
      <p:sp>
        <p:nvSpPr>
          <p:cNvPr id="513" name="Google Shape;513;p89"/>
          <p:cNvSpPr txBox="1"/>
          <p:nvPr/>
        </p:nvSpPr>
        <p:spPr>
          <a:xfrm>
            <a:off x="289249" y="1595717"/>
            <a:ext cx="5135429" cy="2875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1143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2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</a:pPr>
            <a:r>
              <a:rPr lang="en" sz="1800" b="0" i="0" u="none" strike="noStrike" cap="non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Developed in 1977 by Rivest, Shamir, and Adleman (RSA).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</a:pPr>
            <a:r>
              <a:rPr lang="en" sz="1800" b="0" i="0" u="none" strike="noStrike" cap="non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First practical public-key cryptosystem based on the difficulty of factoring large integers.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</a:pPr>
            <a:r>
              <a:rPr lang="en" sz="1800" b="0" i="0" u="none" strike="noStrike" cap="non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Uses asymmetric keys: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</a:pPr>
            <a:r>
              <a:rPr lang="en" sz="1800" b="0" i="0" u="none" strike="noStrike" cap="non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- Public key for encryption (shared).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</a:pPr>
            <a:r>
              <a:rPr lang="en" sz="1800" b="0" i="0" u="none" strike="noStrike" cap="non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- Private key for decryption (kept secret).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</a:pPr>
            <a:r>
              <a:rPr lang="en" sz="1800" b="0" i="0" u="none" strike="noStrike" cap="non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Widely used for secure communication, digital signatures, and key delivery.</a:t>
            </a:r>
            <a:endParaRPr/>
          </a:p>
        </p:txBody>
      </p:sp>
      <p:pic>
        <p:nvPicPr>
          <p:cNvPr id="514" name="Google Shape;514;p89"/>
          <p:cNvPicPr preferRelativeResize="0"/>
          <p:nvPr/>
        </p:nvPicPr>
        <p:blipFill rotWithShape="1">
          <a:blip r:embed="rId4">
            <a:alphaModFix/>
          </a:blip>
          <a:srcRect t="964" r="2806" b="1446"/>
          <a:stretch/>
        </p:blipFill>
        <p:spPr>
          <a:xfrm>
            <a:off x="5424678" y="1"/>
            <a:ext cx="371932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p8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622675" y="1454400"/>
            <a:ext cx="3323325" cy="2330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90"/>
          <p:cNvSpPr txBox="1"/>
          <p:nvPr/>
        </p:nvSpPr>
        <p:spPr>
          <a:xfrm>
            <a:off x="685346" y="457200"/>
            <a:ext cx="7765321" cy="727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0" i="0" u="none" strike="noStrike" cap="non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RSA Key Generation</a:t>
            </a:r>
            <a:endParaRPr/>
          </a:p>
        </p:txBody>
      </p:sp>
      <p:sp>
        <p:nvSpPr>
          <p:cNvPr id="521" name="Google Shape;521;p90"/>
          <p:cNvSpPr txBox="1"/>
          <p:nvPr/>
        </p:nvSpPr>
        <p:spPr>
          <a:xfrm>
            <a:off x="685346" y="1299337"/>
            <a:ext cx="4159704" cy="3044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77500" lnSpcReduction="20000"/>
          </a:bodyPr>
          <a:lstStyle/>
          <a:p>
            <a:pPr marL="0" marR="0" lvl="0" indent="8001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70000"/>
              <a:buFont typeface="Noto Sans Symbols"/>
              <a:buNone/>
            </a:pPr>
            <a:endParaRPr sz="1800" b="0" i="0" u="none" strike="noStrike" cap="none">
              <a:solidFill>
                <a:schemeClr val="lt2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0" marR="0" lvl="0" indent="18002" algn="l" rtl="0">
              <a:spcBef>
                <a:spcPts val="960"/>
              </a:spcBef>
              <a:spcAft>
                <a:spcPts val="0"/>
              </a:spcAft>
              <a:buClr>
                <a:schemeClr val="lt2"/>
              </a:buClr>
              <a:buSzPct val="70000"/>
              <a:buFont typeface="Noto Sans Symbols"/>
              <a:buChar char="●"/>
            </a:pPr>
            <a:r>
              <a:rPr lang="en" sz="1800" b="0" i="0" u="none" strike="noStrike" cap="non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1. Generate two large random prime numbers, p and q.</a:t>
            </a:r>
            <a:endParaRPr/>
          </a:p>
          <a:p>
            <a:pPr marL="0" marR="0" lvl="0" indent="18002" algn="l" rtl="0">
              <a:spcBef>
                <a:spcPts val="960"/>
              </a:spcBef>
              <a:spcAft>
                <a:spcPts val="0"/>
              </a:spcAft>
              <a:buClr>
                <a:schemeClr val="lt2"/>
              </a:buClr>
              <a:buSzPct val="70000"/>
              <a:buFont typeface="Noto Sans Symbols"/>
              <a:buChar char="●"/>
            </a:pPr>
            <a:r>
              <a:rPr lang="en" sz="1800" b="0" i="0" u="none" strike="noStrike" cap="non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2. Compute the modulus, n = p × q.</a:t>
            </a:r>
            <a:endParaRPr/>
          </a:p>
          <a:p>
            <a:pPr marL="0" marR="0" lvl="0" indent="18002" algn="l" rtl="0">
              <a:spcBef>
                <a:spcPts val="960"/>
              </a:spcBef>
              <a:spcAft>
                <a:spcPts val="0"/>
              </a:spcAft>
              <a:buClr>
                <a:schemeClr val="lt2"/>
              </a:buClr>
              <a:buSzPct val="70000"/>
              <a:buFont typeface="Noto Sans Symbols"/>
              <a:buChar char="●"/>
            </a:pPr>
            <a:r>
              <a:rPr lang="en" sz="1800" b="0" i="0" u="none" strike="noStrike" cap="non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3. Calculate Euler’s totient function, φ(n) = (p-1)(q-1).</a:t>
            </a:r>
            <a:endParaRPr sz="1800" b="0" i="0" u="none" strike="noStrike" cap="none">
              <a:solidFill>
                <a:schemeClr val="lt2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0" marR="0" lvl="0" indent="-8572" algn="l" rtl="0">
              <a:spcBef>
                <a:spcPts val="960"/>
              </a:spcBef>
              <a:spcAft>
                <a:spcPts val="0"/>
              </a:spcAft>
              <a:buClr>
                <a:schemeClr val="lt2"/>
              </a:buClr>
              <a:buSzPct val="100000"/>
              <a:buFont typeface="Lustria"/>
              <a:buChar char="●"/>
            </a:pPr>
            <a:r>
              <a:rPr lang="en" sz="180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4. Determine e where 1&lt;e&lt;φ(n) and gcd(e,φ(n))=1</a:t>
            </a:r>
            <a:endParaRPr sz="1800">
              <a:solidFill>
                <a:schemeClr val="lt2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0" marR="0" lvl="0" indent="18002" algn="l" rtl="0">
              <a:spcBef>
                <a:spcPts val="960"/>
              </a:spcBef>
              <a:spcAft>
                <a:spcPts val="0"/>
              </a:spcAft>
              <a:buClr>
                <a:schemeClr val="lt2"/>
              </a:buClr>
              <a:buSzPct val="70000"/>
              <a:buFont typeface="Noto Sans Symbols"/>
              <a:buChar char="●"/>
            </a:pPr>
            <a:r>
              <a:rPr lang="en" sz="180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5.</a:t>
            </a:r>
            <a:r>
              <a:rPr lang="en" sz="1800" b="0" i="0" u="none" strike="noStrike" cap="non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 Determine private key, d, such that (e × d) ≡ 1 mod φ(n).</a:t>
            </a:r>
            <a:endParaRPr/>
          </a:p>
          <a:p>
            <a:pPr marL="0" marR="0" lvl="0" indent="18002" algn="l" rtl="0">
              <a:spcBef>
                <a:spcPts val="960"/>
              </a:spcBef>
              <a:spcAft>
                <a:spcPts val="0"/>
              </a:spcAft>
              <a:buClr>
                <a:schemeClr val="lt2"/>
              </a:buClr>
              <a:buSzPct val="70000"/>
              <a:buFont typeface="Noto Sans Symbols"/>
              <a:buChar char="●"/>
            </a:pPr>
            <a:r>
              <a:rPr lang="en" sz="180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6.</a:t>
            </a:r>
            <a:r>
              <a:rPr lang="en" sz="1800" b="0" i="0" u="none" strike="noStrike" cap="non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 Publish the Public Key: (e, n).</a:t>
            </a:r>
            <a:endParaRPr/>
          </a:p>
          <a:p>
            <a:pPr marL="0" marR="0" lvl="0" indent="18002" algn="l" rtl="0">
              <a:spcBef>
                <a:spcPts val="960"/>
              </a:spcBef>
              <a:spcAft>
                <a:spcPts val="0"/>
              </a:spcAft>
              <a:buClr>
                <a:schemeClr val="lt2"/>
              </a:buClr>
              <a:buSzPct val="70000"/>
              <a:buFont typeface="Noto Sans Symbols"/>
              <a:buChar char="●"/>
            </a:pPr>
            <a:r>
              <a:rPr lang="en" sz="180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7.</a:t>
            </a:r>
            <a:r>
              <a:rPr lang="en" sz="1800" b="0" i="0" u="none" strike="noStrike" cap="non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 Keep the Private Key secret: (d, p, q ).</a:t>
            </a:r>
            <a:endParaRPr/>
          </a:p>
        </p:txBody>
      </p:sp>
      <p:pic>
        <p:nvPicPr>
          <p:cNvPr id="522" name="Google Shape;522;p90" descr="Mathematics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57545" y="1572282"/>
            <a:ext cx="2286824" cy="2286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91"/>
          <p:cNvSpPr txBox="1"/>
          <p:nvPr/>
        </p:nvSpPr>
        <p:spPr>
          <a:xfrm>
            <a:off x="685346" y="457200"/>
            <a:ext cx="7765321" cy="727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0" i="0" u="none" strike="noStrike" cap="non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RSA Encryption and Decryption</a:t>
            </a:r>
            <a:endParaRPr/>
          </a:p>
        </p:txBody>
      </p:sp>
      <p:sp>
        <p:nvSpPr>
          <p:cNvPr id="528" name="Google Shape;528;p91"/>
          <p:cNvSpPr txBox="1"/>
          <p:nvPr/>
        </p:nvSpPr>
        <p:spPr>
          <a:xfrm>
            <a:off x="302789" y="1299337"/>
            <a:ext cx="5659471" cy="3452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8001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60"/>
              <a:buFont typeface="Noto Sans Symbols"/>
              <a:buNone/>
            </a:pPr>
            <a:endParaRPr sz="1800" b="0" i="0" u="none" strike="noStrike" cap="none">
              <a:solidFill>
                <a:schemeClr val="lt2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0" marR="0" lvl="0" indent="0" algn="l" rtl="0">
              <a:spcBef>
                <a:spcPts val="960"/>
              </a:spcBef>
              <a:spcAft>
                <a:spcPts val="0"/>
              </a:spcAft>
              <a:buClr>
                <a:schemeClr val="lt2"/>
              </a:buClr>
              <a:buSzPts val="1260"/>
              <a:buFont typeface="Noto Sans Symbols"/>
              <a:buChar char="●"/>
            </a:pPr>
            <a:r>
              <a:rPr lang="en" sz="1800" b="0" i="0" u="none" strike="noStrike" cap="non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Encryption:</a:t>
            </a:r>
            <a:endParaRPr/>
          </a:p>
          <a:p>
            <a:pPr marL="0" marR="0" lvl="0" indent="0" algn="l" rtl="0">
              <a:spcBef>
                <a:spcPts val="960"/>
              </a:spcBef>
              <a:spcAft>
                <a:spcPts val="0"/>
              </a:spcAft>
              <a:buClr>
                <a:schemeClr val="lt2"/>
              </a:buClr>
              <a:buSzPts val="1260"/>
              <a:buFont typeface="Noto Sans Symbols"/>
              <a:buChar char="●"/>
            </a:pPr>
            <a:r>
              <a:rPr lang="en" sz="1800" b="0" i="0" u="none" strike="noStrike" cap="non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- Ciphertext (C) = Plaintext^e mod n.</a:t>
            </a:r>
            <a:endParaRPr/>
          </a:p>
          <a:p>
            <a:pPr marL="0" marR="0" lvl="0" indent="0" algn="l" rtl="0">
              <a:spcBef>
                <a:spcPts val="960"/>
              </a:spcBef>
              <a:spcAft>
                <a:spcPts val="0"/>
              </a:spcAft>
              <a:buClr>
                <a:schemeClr val="lt2"/>
              </a:buClr>
              <a:buSzPts val="1260"/>
              <a:buFont typeface="Noto Sans Symbols"/>
              <a:buChar char="●"/>
            </a:pPr>
            <a:r>
              <a:rPr lang="en" sz="1800" b="0" i="0" u="none" strike="noStrike" cap="non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- Sender uses the recipient's public key (e, n).</a:t>
            </a:r>
            <a:endParaRPr/>
          </a:p>
          <a:p>
            <a:pPr marL="0" marR="0" lvl="0" indent="0" algn="l" rtl="0">
              <a:spcBef>
                <a:spcPts val="960"/>
              </a:spcBef>
              <a:spcAft>
                <a:spcPts val="0"/>
              </a:spcAft>
              <a:buClr>
                <a:schemeClr val="lt2"/>
              </a:buClr>
              <a:buSzPts val="1260"/>
              <a:buFont typeface="Noto Sans Symbols"/>
              <a:buChar char="●"/>
            </a:pPr>
            <a:r>
              <a:rPr lang="en" sz="1800" b="0" i="0" u="none" strike="noStrike" cap="non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Decryption:</a:t>
            </a:r>
            <a:endParaRPr/>
          </a:p>
          <a:p>
            <a:pPr marL="0" marR="0" lvl="0" indent="0" algn="l" rtl="0">
              <a:spcBef>
                <a:spcPts val="960"/>
              </a:spcBef>
              <a:spcAft>
                <a:spcPts val="0"/>
              </a:spcAft>
              <a:buClr>
                <a:schemeClr val="lt2"/>
              </a:buClr>
              <a:buSzPts val="1260"/>
              <a:buFont typeface="Noto Sans Symbols"/>
              <a:buChar char="●"/>
            </a:pPr>
            <a:r>
              <a:rPr lang="en" sz="1800" b="0" i="0" u="none" strike="noStrike" cap="non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- Plaintext (M) = Ciphertext^d mod n.</a:t>
            </a:r>
            <a:endParaRPr/>
          </a:p>
          <a:p>
            <a:pPr marL="0" marR="0" lvl="0" indent="0" algn="l" rtl="0">
              <a:spcBef>
                <a:spcPts val="960"/>
              </a:spcBef>
              <a:spcAft>
                <a:spcPts val="0"/>
              </a:spcAft>
              <a:buClr>
                <a:schemeClr val="lt2"/>
              </a:buClr>
              <a:buSzPts val="1260"/>
              <a:buFont typeface="Noto Sans Symbols"/>
              <a:buChar char="●"/>
            </a:pPr>
            <a:r>
              <a:rPr lang="en" sz="1800" b="0" i="0" u="none" strike="noStrike" cap="non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- Recipient uses their private key (d, n).</a:t>
            </a:r>
            <a:endParaRPr/>
          </a:p>
          <a:p>
            <a:pPr marL="0" marR="0" lvl="0" indent="0" algn="l" rtl="0">
              <a:spcBef>
                <a:spcPts val="960"/>
              </a:spcBef>
              <a:spcAft>
                <a:spcPts val="0"/>
              </a:spcAft>
              <a:buClr>
                <a:schemeClr val="lt2"/>
              </a:buClr>
              <a:buSzPts val="1260"/>
              <a:buFont typeface="Noto Sans Symbols"/>
              <a:buChar char="●"/>
            </a:pPr>
            <a:r>
              <a:rPr lang="en" sz="1800" b="0" i="0" u="none" strike="noStrike" cap="non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RSA ensures confidentiality, as only the private key can decrypt.</a:t>
            </a:r>
            <a:endParaRPr/>
          </a:p>
        </p:txBody>
      </p:sp>
      <p:pic>
        <p:nvPicPr>
          <p:cNvPr id="529" name="Google Shape;529;p91" descr="Unlock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25502" y="1621232"/>
            <a:ext cx="2111974" cy="21359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92"/>
          <p:cNvSpPr txBox="1">
            <a:spLocks noGrp="1"/>
          </p:cNvSpPr>
          <p:nvPr>
            <p:ph type="title"/>
          </p:nvPr>
        </p:nvSpPr>
        <p:spPr>
          <a:xfrm>
            <a:off x="935357" y="290198"/>
            <a:ext cx="6927525" cy="891713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700"/>
              <a:buFont typeface="Lustria"/>
              <a:buNone/>
            </a:pPr>
            <a:r>
              <a:rPr lang="en" sz="4700">
                <a:latin typeface="Lustria"/>
                <a:ea typeface="Lustria"/>
                <a:cs typeface="Lustria"/>
                <a:sym typeface="Lustria"/>
              </a:rPr>
              <a:t>RSA Math Background</a:t>
            </a:r>
            <a:endParaRPr/>
          </a:p>
        </p:txBody>
      </p:sp>
      <p:sp>
        <p:nvSpPr>
          <p:cNvPr id="535" name="Google Shape;535;p92"/>
          <p:cNvSpPr txBox="1"/>
          <p:nvPr/>
        </p:nvSpPr>
        <p:spPr>
          <a:xfrm>
            <a:off x="595250" y="1376775"/>
            <a:ext cx="8096700" cy="34833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319" t="-185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0" i="0" u="none" strike="noStrike" cap="none">
                <a:latin typeface="Lustria"/>
                <a:ea typeface="Lustria"/>
                <a:cs typeface="Lustria"/>
                <a:sym typeface="Lustria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93"/>
          <p:cNvSpPr txBox="1">
            <a:spLocks noGrp="1"/>
          </p:cNvSpPr>
          <p:nvPr>
            <p:ph type="title"/>
          </p:nvPr>
        </p:nvSpPr>
        <p:spPr>
          <a:xfrm>
            <a:off x="1108237" y="290198"/>
            <a:ext cx="6927525" cy="891713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00000"/>
              <a:buFont typeface="Lustria"/>
              <a:buNone/>
            </a:pPr>
            <a:r>
              <a:rPr lang="en" sz="4700"/>
              <a:t>Why RSA for Key Delivery?</a:t>
            </a:r>
            <a:endParaRPr/>
          </a:p>
        </p:txBody>
      </p:sp>
      <p:sp>
        <p:nvSpPr>
          <p:cNvPr id="541" name="Google Shape;541;p93"/>
          <p:cNvSpPr txBox="1">
            <a:spLocks noGrp="1"/>
          </p:cNvSpPr>
          <p:nvPr>
            <p:ph type="body" idx="1"/>
          </p:nvPr>
        </p:nvSpPr>
        <p:spPr>
          <a:xfrm>
            <a:off x="595245" y="1511560"/>
            <a:ext cx="7607751" cy="301472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 lnSpcReduction="20000"/>
          </a:bodyPr>
          <a:lstStyle/>
          <a:p>
            <a:pPr marL="342900" lvl="0" indent="-306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20"/>
              <a:buChar char="◈"/>
            </a:pPr>
            <a:r>
              <a:rPr lang="en" sz="1600"/>
              <a:t>1. Security: RSA's security stems from the computational difficulty of factoring 𝑛=𝑝⋅𝑞 into its prime components, which becomes infeasible as 𝑛 grows large.</a:t>
            </a:r>
            <a:endParaRPr/>
          </a:p>
          <a:p>
            <a:pPr marL="342900" lvl="0" indent="-234880" algn="l" rtl="0">
              <a:lnSpc>
                <a:spcPct val="90000"/>
              </a:lnSpc>
              <a:spcBef>
                <a:spcPts val="920"/>
              </a:spcBef>
              <a:spcAft>
                <a:spcPts val="0"/>
              </a:spcAft>
              <a:buSzPts val="1120"/>
              <a:buNone/>
            </a:pPr>
            <a:endParaRPr sz="1600"/>
          </a:p>
          <a:p>
            <a:pPr marL="342900" lvl="0" indent="-306000" algn="l" rtl="0">
              <a:lnSpc>
                <a:spcPct val="90000"/>
              </a:lnSpc>
              <a:spcBef>
                <a:spcPts val="920"/>
              </a:spcBef>
              <a:spcAft>
                <a:spcPts val="0"/>
              </a:spcAft>
              <a:buSzPts val="1120"/>
              <a:buChar char="◈"/>
            </a:pPr>
            <a:r>
              <a:rPr lang="en" sz="1600"/>
              <a:t>2. Asymmetry: Only the private key holder can decrypt the key  (Many can encrypt but one can decrypt.</a:t>
            </a:r>
            <a:endParaRPr/>
          </a:p>
          <a:p>
            <a:pPr marL="342900" lvl="0" indent="-234880" algn="l" rtl="0">
              <a:lnSpc>
                <a:spcPct val="90000"/>
              </a:lnSpc>
              <a:spcBef>
                <a:spcPts val="920"/>
              </a:spcBef>
              <a:spcAft>
                <a:spcPts val="0"/>
              </a:spcAft>
              <a:buSzPts val="1120"/>
              <a:buNone/>
            </a:pPr>
            <a:endParaRPr sz="1600"/>
          </a:p>
          <a:p>
            <a:pPr marL="342900" lvl="0" indent="-306000" algn="l" rtl="0">
              <a:lnSpc>
                <a:spcPct val="90000"/>
              </a:lnSpc>
              <a:spcBef>
                <a:spcPts val="920"/>
              </a:spcBef>
              <a:spcAft>
                <a:spcPts val="0"/>
              </a:spcAft>
              <a:buSzPts val="1120"/>
              <a:buChar char="◈"/>
            </a:pPr>
            <a:r>
              <a:rPr lang="en" sz="1600"/>
              <a:t>3. Compatibility: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920"/>
              </a:spcBef>
              <a:spcAft>
                <a:spcPts val="0"/>
              </a:spcAft>
              <a:buSzPts val="1120"/>
              <a:buNone/>
            </a:pPr>
            <a:r>
              <a:rPr lang="en" sz="1600"/>
              <a:t>              -Easily integrates with the LEA encryption process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920"/>
              </a:spcBef>
              <a:spcAft>
                <a:spcPts val="0"/>
              </a:spcAft>
              <a:buSzPts val="1120"/>
              <a:buNone/>
            </a:pPr>
            <a:r>
              <a:rPr lang="en" sz="1600"/>
              <a:t>             -Computation of gcd⁡(𝑎,𝑛) and modular exponentiation is efficient (𝑂(log⁡𝑛).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920"/>
              </a:spcBef>
              <a:spcAft>
                <a:spcPts val="0"/>
              </a:spcAft>
              <a:buSzPts val="1120"/>
              <a:buNone/>
            </a:pPr>
            <a:r>
              <a:rPr lang="en" sz="1600"/>
              <a:t>             - RSA Adds an additional layer of security to the project.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94"/>
          <p:cNvSpPr txBox="1"/>
          <p:nvPr/>
        </p:nvSpPr>
        <p:spPr>
          <a:xfrm>
            <a:off x="935350" y="87252"/>
            <a:ext cx="6927600" cy="6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lnSpcReduction="100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RSA in the Project</a:t>
            </a:r>
            <a:endParaRPr sz="800"/>
          </a:p>
        </p:txBody>
      </p:sp>
      <p:sp>
        <p:nvSpPr>
          <p:cNvPr id="547" name="Google Shape;547;p94"/>
          <p:cNvSpPr txBox="1"/>
          <p:nvPr/>
        </p:nvSpPr>
        <p:spPr>
          <a:xfrm>
            <a:off x="595245" y="1181911"/>
            <a:ext cx="7607751" cy="3344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</a:pPr>
            <a:r>
              <a:rPr lang="en" sz="140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·  </a:t>
            </a:r>
            <a:r>
              <a:rPr lang="en" sz="1400" b="1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Key Generation</a:t>
            </a:r>
            <a:r>
              <a:rPr lang="en" sz="140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:</a:t>
            </a:r>
            <a:endParaRPr/>
          </a:p>
          <a:p>
            <a:pPr marL="3429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"/>
              <a:buChar char="•"/>
            </a:pPr>
            <a:r>
              <a:rPr lang="en" sz="140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2048-bit RSA keys are generated for strong security.</a:t>
            </a:r>
            <a:endParaRPr/>
          </a:p>
          <a:p>
            <a:pPr marL="3429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"/>
              <a:buChar char="•"/>
            </a:pPr>
            <a:r>
              <a:rPr lang="en" sz="140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Public exponent: e = 65537.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</a:pPr>
            <a:r>
              <a:rPr lang="en" sz="140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·  </a:t>
            </a:r>
            <a:r>
              <a:rPr lang="en" sz="1400" b="1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Encryption</a:t>
            </a:r>
            <a:r>
              <a:rPr lang="en" sz="140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:</a:t>
            </a:r>
            <a:endParaRPr/>
          </a:p>
          <a:p>
            <a:pPr marL="3429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"/>
              <a:buChar char="•"/>
            </a:pPr>
            <a:r>
              <a:rPr lang="en" sz="140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The LEA key (128 bits) is encrypted using RSA.</a:t>
            </a:r>
            <a:endParaRPr/>
          </a:p>
          <a:p>
            <a:pPr marL="3429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"/>
              <a:buChar char="•"/>
            </a:pPr>
            <a:r>
              <a:rPr lang="en" sz="140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Ensures confidentiality during transmission.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</a:pPr>
            <a:r>
              <a:rPr lang="en" sz="140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·  </a:t>
            </a:r>
            <a:r>
              <a:rPr lang="en" sz="1400" b="1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Decryption</a:t>
            </a:r>
            <a:r>
              <a:rPr lang="en" sz="140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:</a:t>
            </a:r>
            <a:endParaRPr/>
          </a:p>
          <a:p>
            <a:pPr marL="3429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"/>
              <a:buChar char="•"/>
            </a:pPr>
            <a:r>
              <a:rPr lang="en" sz="140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RSA private key decrypts the LEA key for use in CFB mode encryption.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</a:pPr>
            <a:r>
              <a:rPr lang="en" sz="140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·  </a:t>
            </a:r>
            <a:r>
              <a:rPr lang="en" sz="1400" b="1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Usage in the Project</a:t>
            </a:r>
            <a:r>
              <a:rPr lang="en" sz="140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:</a:t>
            </a:r>
            <a:endParaRPr/>
          </a:p>
          <a:p>
            <a:pPr marL="3429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"/>
              <a:buChar char="•"/>
            </a:pPr>
            <a:r>
              <a:rPr lang="en" sz="140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Used for secure delivery of the symmetric LEA key.</a:t>
            </a:r>
            <a:endParaRPr/>
          </a:p>
          <a:p>
            <a:pPr marL="3429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"/>
              <a:buChar char="•"/>
            </a:pPr>
            <a:r>
              <a:rPr lang="en" sz="140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Sender encrypts the LEA key using the receiver's public key.</a:t>
            </a:r>
            <a:endParaRPr/>
          </a:p>
          <a:p>
            <a:pPr marL="3429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"/>
              <a:buChar char="•"/>
            </a:pPr>
            <a:r>
              <a:rPr lang="en" sz="140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Receiver decrypts the LEA key using their private key.</a:t>
            </a:r>
            <a:endParaRPr/>
          </a:p>
          <a:p>
            <a:pPr marL="3429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"/>
              <a:buChar char="•"/>
            </a:pPr>
            <a:r>
              <a:rPr lang="en" sz="140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Ensures only the intended recipient can access the LEA key.</a:t>
            </a:r>
            <a:endParaRPr/>
          </a:p>
          <a:p>
            <a:pPr marL="3429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"/>
              <a:buChar char="•"/>
            </a:pPr>
            <a:r>
              <a:rPr lang="en" sz="140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Integrates with LEA encryption and Schnorr signature for a complete secure workflow</a:t>
            </a:r>
            <a:r>
              <a:rPr lang="en" sz="100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3" name="Google Shape;553;p9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554;p95"/>
          <p:cNvSpPr/>
          <p:nvPr/>
        </p:nvSpPr>
        <p:spPr>
          <a:xfrm>
            <a:off x="4057103" y="1451451"/>
            <a:ext cx="4667700" cy="8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Unbounded"/>
              <a:buNone/>
            </a:pPr>
            <a:r>
              <a:rPr lang="en" sz="2800" b="0" i="0" u="none" strike="noStrike" cap="non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Schnorr Signature</a:t>
            </a:r>
            <a:endParaRPr sz="2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95"/>
          <p:cNvSpPr/>
          <p:nvPr/>
        </p:nvSpPr>
        <p:spPr>
          <a:xfrm>
            <a:off x="4876100" y="2095400"/>
            <a:ext cx="2988600" cy="11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Part of Secure Access to Sound Files</a:t>
            </a:r>
            <a:endParaRPr sz="1500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200"/>
              <a:buFont typeface="Cabin"/>
              <a:buNone/>
            </a:pP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96"/>
          <p:cNvSpPr/>
          <p:nvPr/>
        </p:nvSpPr>
        <p:spPr>
          <a:xfrm>
            <a:off x="523575" y="442825"/>
            <a:ext cx="7455900" cy="4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Unbounded"/>
              <a:buNone/>
            </a:pPr>
            <a:r>
              <a:rPr lang="en" sz="2300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How Schnorr Signature </a:t>
            </a:r>
            <a:r>
              <a:rPr lang="en" sz="2300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rPr>
              <a:t>Works</a:t>
            </a:r>
            <a:endParaRPr sz="2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96"/>
          <p:cNvSpPr/>
          <p:nvPr/>
        </p:nvSpPr>
        <p:spPr>
          <a:xfrm>
            <a:off x="523576" y="1703763"/>
            <a:ext cx="1760100" cy="2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Unbounded"/>
              <a:buNone/>
            </a:pPr>
            <a:r>
              <a:rPr lang="en" sz="1400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Signing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96"/>
          <p:cNvSpPr/>
          <p:nvPr/>
        </p:nvSpPr>
        <p:spPr>
          <a:xfrm>
            <a:off x="523575" y="2236203"/>
            <a:ext cx="3866100" cy="12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A random nonce (r) is being generated to calculate a commitment. The message (m), public key (p), and commitment (R) are hashed to produce a challenge (c). Finally, the signature is created using the private key, nonce, and challenge. The output is the commitment &amp; signature.</a:t>
            </a: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564" name="Google Shape;564;p96"/>
          <p:cNvSpPr/>
          <p:nvPr/>
        </p:nvSpPr>
        <p:spPr>
          <a:xfrm>
            <a:off x="5336749" y="1703775"/>
            <a:ext cx="2303700" cy="2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Unbounded"/>
              <a:buNone/>
            </a:pPr>
            <a:r>
              <a:rPr lang="en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  Components: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96"/>
          <p:cNvSpPr/>
          <p:nvPr/>
        </p:nvSpPr>
        <p:spPr>
          <a:xfrm>
            <a:off x="5336750" y="2205050"/>
            <a:ext cx="23037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CAD6DE"/>
              </a:buClr>
              <a:buSzPts val="1200"/>
              <a:buFont typeface="Cabin"/>
              <a:buChar char="●"/>
            </a:pPr>
            <a:r>
              <a:rPr lang="en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Private key x</a:t>
            </a: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200"/>
              <a:buFont typeface="Cabin"/>
              <a:buChar char="●"/>
            </a:pPr>
            <a:r>
              <a:rPr lang="en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Public key p </a:t>
            </a: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200"/>
              <a:buFont typeface="Cabin"/>
              <a:buChar char="●"/>
            </a:pPr>
            <a:r>
              <a:rPr lang="en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Random nonce r</a:t>
            </a: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200"/>
              <a:buFont typeface="Cabin"/>
              <a:buChar char="●"/>
            </a:pPr>
            <a:r>
              <a:rPr lang="en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Generator random G</a:t>
            </a: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200"/>
              <a:buFont typeface="Cabin"/>
              <a:buChar char="●"/>
            </a:pPr>
            <a:r>
              <a:rPr lang="en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Commitment R</a:t>
            </a: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200"/>
              <a:buFont typeface="Cabin"/>
              <a:buChar char="●"/>
            </a:pPr>
            <a:r>
              <a:rPr lang="en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Challenge c</a:t>
            </a: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0" name="Google Shape;570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525" y="0"/>
            <a:ext cx="8651151" cy="51434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5" name="Google Shape;575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525" y="0"/>
            <a:ext cx="8674749" cy="5143498"/>
          </a:xfrm>
          <a:prstGeom prst="rect">
            <a:avLst/>
          </a:prstGeom>
          <a:noFill/>
          <a:ln>
            <a:noFill/>
          </a:ln>
        </p:spPr>
      </p:pic>
      <p:sp>
        <p:nvSpPr>
          <p:cNvPr id="576" name="Google Shape;576;p98"/>
          <p:cNvSpPr txBox="1"/>
          <p:nvPr/>
        </p:nvSpPr>
        <p:spPr>
          <a:xfrm rot="-443146">
            <a:off x="2554976" y="2615793"/>
            <a:ext cx="1152865" cy="384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300">
                <a:solidFill>
                  <a:srgbClr val="B45F06"/>
                </a:solidFill>
                <a:highlight>
                  <a:schemeClr val="dk1"/>
                </a:highlight>
                <a:latin typeface="Calibri"/>
                <a:ea typeface="Calibri"/>
                <a:cs typeface="Calibri"/>
                <a:sym typeface="Calibri"/>
              </a:rPr>
              <a:t> c = H(R,P,M) </a:t>
            </a:r>
            <a:endParaRPr sz="1300">
              <a:solidFill>
                <a:srgbClr val="B45F06"/>
              </a:solidFill>
              <a:highlight>
                <a:schemeClr val="dk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98"/>
          <p:cNvSpPr txBox="1"/>
          <p:nvPr/>
        </p:nvSpPr>
        <p:spPr>
          <a:xfrm>
            <a:off x="785700" y="2055575"/>
            <a:ext cx="14982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B45F06"/>
                </a:solidFill>
                <a:latin typeface="Calibri"/>
                <a:ea typeface="Calibri"/>
                <a:cs typeface="Calibri"/>
                <a:sym typeface="Calibri"/>
              </a:rPr>
              <a:t> R = G^r mod N </a:t>
            </a:r>
            <a:endParaRPr sz="1100">
              <a:solidFill>
                <a:srgbClr val="B45F0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98"/>
          <p:cNvSpPr txBox="1"/>
          <p:nvPr/>
        </p:nvSpPr>
        <p:spPr>
          <a:xfrm>
            <a:off x="6175875" y="3489925"/>
            <a:ext cx="1233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D85C6"/>
                </a:solidFill>
                <a:latin typeface="Unbounded"/>
                <a:ea typeface="Unbounded"/>
                <a:cs typeface="Unbounded"/>
                <a:sym typeface="Unbounded"/>
              </a:rPr>
              <a:t>Verification</a:t>
            </a:r>
            <a:endParaRPr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4" name="Google Shape;584;p9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1870100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99"/>
          <p:cNvSpPr/>
          <p:nvPr/>
        </p:nvSpPr>
        <p:spPr>
          <a:xfrm>
            <a:off x="1360600" y="2084150"/>
            <a:ext cx="7394700" cy="5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Unbounded"/>
              <a:buNone/>
            </a:pPr>
            <a:r>
              <a:rPr lang="en" sz="2300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Benefits of Using Schnorr Signature</a:t>
            </a:r>
            <a:endParaRPr sz="2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99"/>
          <p:cNvSpPr/>
          <p:nvPr/>
        </p:nvSpPr>
        <p:spPr>
          <a:xfrm>
            <a:off x="464290" y="2963991"/>
            <a:ext cx="336600" cy="336600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>
            <a:noFill/>
          </a:ln>
        </p:spPr>
        <p:txBody>
          <a:bodyPr spcFirstLastPara="1" wrap="square" lIns="57150" tIns="28575" rIns="57150" bIns="285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99"/>
          <p:cNvSpPr/>
          <p:nvPr/>
        </p:nvSpPr>
        <p:spPr>
          <a:xfrm>
            <a:off x="582819" y="3026698"/>
            <a:ext cx="99600" cy="2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700"/>
              <a:buFont typeface="Unbounded"/>
              <a:buNone/>
            </a:pPr>
            <a:r>
              <a:rPr lang="en" sz="1700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1</a:t>
            </a:r>
            <a:endParaRPr sz="1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99"/>
          <p:cNvSpPr/>
          <p:nvPr/>
        </p:nvSpPr>
        <p:spPr>
          <a:xfrm>
            <a:off x="950424" y="2964041"/>
            <a:ext cx="1760100" cy="2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400"/>
              <a:buFont typeface="Unbounded"/>
              <a:buNone/>
            </a:pPr>
            <a:r>
              <a:rPr lang="en" sz="1400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Efficiency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99"/>
          <p:cNvSpPr/>
          <p:nvPr/>
        </p:nvSpPr>
        <p:spPr>
          <a:xfrm>
            <a:off x="950424" y="3273753"/>
            <a:ext cx="2113200" cy="119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200"/>
              <a:buFont typeface="Cabin"/>
              <a:buNone/>
            </a:pPr>
            <a:r>
              <a:rPr lang="en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Schnorr signature offers a highly efficient signature generation. making it suitable for different environments.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99"/>
          <p:cNvSpPr/>
          <p:nvPr/>
        </p:nvSpPr>
        <p:spPr>
          <a:xfrm>
            <a:off x="3213071" y="2963991"/>
            <a:ext cx="336600" cy="336600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>
            <a:noFill/>
          </a:ln>
        </p:spPr>
        <p:txBody>
          <a:bodyPr spcFirstLastPara="1" wrap="square" lIns="57150" tIns="28575" rIns="57150" bIns="285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99"/>
          <p:cNvSpPr/>
          <p:nvPr/>
        </p:nvSpPr>
        <p:spPr>
          <a:xfrm>
            <a:off x="3297965" y="3026698"/>
            <a:ext cx="166800" cy="2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700"/>
              <a:buFont typeface="Unbounded"/>
              <a:buNone/>
            </a:pPr>
            <a:r>
              <a:rPr lang="en" sz="1700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2</a:t>
            </a:r>
            <a:endParaRPr sz="1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99"/>
          <p:cNvSpPr/>
          <p:nvPr/>
        </p:nvSpPr>
        <p:spPr>
          <a:xfrm>
            <a:off x="3699206" y="2964041"/>
            <a:ext cx="1760100" cy="2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400"/>
              <a:buFont typeface="Unbounded"/>
              <a:buNone/>
            </a:pPr>
            <a:r>
              <a:rPr lang="en" sz="1400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Security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99"/>
          <p:cNvSpPr/>
          <p:nvPr/>
        </p:nvSpPr>
        <p:spPr>
          <a:xfrm>
            <a:off x="3699206" y="3273753"/>
            <a:ext cx="2113200" cy="119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200"/>
              <a:buFont typeface="Cabin"/>
              <a:buNone/>
            </a:pPr>
            <a:r>
              <a:rPr lang="en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It provides a  strong cryptographic primitives, such as security against various attacks.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99"/>
          <p:cNvSpPr/>
          <p:nvPr/>
        </p:nvSpPr>
        <p:spPr>
          <a:xfrm>
            <a:off x="5961852" y="2963991"/>
            <a:ext cx="336600" cy="336600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>
            <a:noFill/>
          </a:ln>
        </p:spPr>
        <p:txBody>
          <a:bodyPr spcFirstLastPara="1" wrap="square" lIns="57150" tIns="28575" rIns="57150" bIns="285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99"/>
          <p:cNvSpPr/>
          <p:nvPr/>
        </p:nvSpPr>
        <p:spPr>
          <a:xfrm>
            <a:off x="6045183" y="3026698"/>
            <a:ext cx="169800" cy="2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700"/>
              <a:buFont typeface="Unbounded"/>
              <a:buNone/>
            </a:pPr>
            <a:r>
              <a:rPr lang="en" sz="1700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3</a:t>
            </a:r>
            <a:endParaRPr sz="1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99"/>
          <p:cNvSpPr/>
          <p:nvPr/>
        </p:nvSpPr>
        <p:spPr>
          <a:xfrm>
            <a:off x="6447986" y="2964041"/>
            <a:ext cx="1760100" cy="2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400"/>
              <a:buFont typeface="Unbounded"/>
              <a:buNone/>
            </a:pPr>
            <a:r>
              <a:rPr lang="en" sz="1400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Compactness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99"/>
          <p:cNvSpPr/>
          <p:nvPr/>
        </p:nvSpPr>
        <p:spPr>
          <a:xfrm>
            <a:off x="6447986" y="3273753"/>
            <a:ext cx="21132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200"/>
              <a:buFont typeface="Cabin"/>
              <a:buNone/>
            </a:pPr>
            <a:r>
              <a:rPr lang="en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The signature size is relatively small, making it suitable for applications with limited bandwidth or storage capacity.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100"/>
          <p:cNvSpPr/>
          <p:nvPr/>
        </p:nvSpPr>
        <p:spPr>
          <a:xfrm>
            <a:off x="523575" y="1203300"/>
            <a:ext cx="8096700" cy="8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Unbounded"/>
              <a:buNone/>
            </a:pPr>
            <a:r>
              <a:rPr lang="en" sz="2300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Comparison with Other Signature Algorithms</a:t>
            </a:r>
            <a:endParaRPr sz="2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100"/>
          <p:cNvSpPr/>
          <p:nvPr/>
        </p:nvSpPr>
        <p:spPr>
          <a:xfrm>
            <a:off x="523574" y="2467875"/>
            <a:ext cx="2408700" cy="2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Unbounded"/>
              <a:buNone/>
            </a:pPr>
            <a:r>
              <a:rPr lang="en" sz="1400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Schnorr Signature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00"/>
          <p:cNvSpPr/>
          <p:nvPr/>
        </p:nvSpPr>
        <p:spPr>
          <a:xfrm>
            <a:off x="523578" y="2837421"/>
            <a:ext cx="24555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200"/>
              <a:buFont typeface="Cabin"/>
              <a:buNone/>
            </a:pPr>
            <a:r>
              <a:rPr lang="en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Efficient, compact, and secure, offering a balance between </a:t>
            </a:r>
            <a:r>
              <a:rPr lang="en" sz="1200" b="1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speed</a:t>
            </a:r>
            <a:r>
              <a:rPr lang="en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and </a:t>
            </a:r>
            <a:r>
              <a:rPr lang="en" sz="1200" b="1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security</a:t>
            </a:r>
            <a:r>
              <a:rPr lang="en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, making it suitable for various applications.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100"/>
          <p:cNvSpPr/>
          <p:nvPr/>
        </p:nvSpPr>
        <p:spPr>
          <a:xfrm>
            <a:off x="3348633" y="2467868"/>
            <a:ext cx="1760116" cy="219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Unbounded"/>
              <a:buNone/>
            </a:pPr>
            <a:r>
              <a:rPr lang="en" sz="1400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ECDSA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100"/>
          <p:cNvSpPr/>
          <p:nvPr/>
        </p:nvSpPr>
        <p:spPr>
          <a:xfrm>
            <a:off x="3348633" y="2837408"/>
            <a:ext cx="24555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200"/>
              <a:buFont typeface="Cabin"/>
              <a:buNone/>
            </a:pPr>
            <a:r>
              <a:rPr lang="en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Another popular signature algorithm, known for its strong security but can be computationally </a:t>
            </a:r>
            <a:r>
              <a:rPr lang="en" sz="1200" b="1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expensive</a:t>
            </a:r>
            <a:r>
              <a:rPr lang="en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.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00"/>
          <p:cNvSpPr/>
          <p:nvPr/>
        </p:nvSpPr>
        <p:spPr>
          <a:xfrm>
            <a:off x="6173688" y="2461768"/>
            <a:ext cx="1760100" cy="2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Unbounded"/>
              <a:buNone/>
            </a:pPr>
            <a:r>
              <a:rPr lang="en" sz="1400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RSA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100"/>
          <p:cNvSpPr/>
          <p:nvPr/>
        </p:nvSpPr>
        <p:spPr>
          <a:xfrm>
            <a:off x="6173788" y="2837383"/>
            <a:ext cx="24555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200"/>
              <a:buFont typeface="Cabin"/>
              <a:buNone/>
            </a:pPr>
            <a:r>
              <a:rPr lang="en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Widely used, but its signature generation and verification processes can be </a:t>
            </a:r>
            <a:r>
              <a:rPr lang="en" sz="1200" b="1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slower</a:t>
            </a:r>
            <a:r>
              <a:rPr lang="en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compared to Schnorr, especially for larger messages.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" name="Google Shape;615;p10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16" name="Google Shape;616;p101"/>
          <p:cNvSpPr/>
          <p:nvPr/>
        </p:nvSpPr>
        <p:spPr>
          <a:xfrm>
            <a:off x="419844" y="423267"/>
            <a:ext cx="4875312" cy="705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9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Unbounded"/>
              <a:buNone/>
            </a:pPr>
            <a:r>
              <a:rPr lang="en" sz="2200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Real-World Examples of Schnorr Signature Usage</a:t>
            </a:r>
            <a:endParaRPr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101"/>
          <p:cNvSpPr/>
          <p:nvPr/>
        </p:nvSpPr>
        <p:spPr>
          <a:xfrm>
            <a:off x="1683707" y="1683922"/>
            <a:ext cx="2347800" cy="3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3100"/>
              <a:buFont typeface="Unbounded"/>
              <a:buNone/>
            </a:pPr>
            <a:r>
              <a:rPr lang="en" sz="3100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1</a:t>
            </a:r>
            <a:endParaRPr sz="3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101"/>
          <p:cNvSpPr/>
          <p:nvPr/>
        </p:nvSpPr>
        <p:spPr>
          <a:xfrm>
            <a:off x="2151920" y="2229675"/>
            <a:ext cx="1411200" cy="1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100"/>
              <a:buFont typeface="Unbounded"/>
              <a:buNone/>
            </a:pPr>
            <a:r>
              <a:rPr lang="en" sz="1100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Blockchain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101"/>
          <p:cNvSpPr/>
          <p:nvPr/>
        </p:nvSpPr>
        <p:spPr>
          <a:xfrm>
            <a:off x="419844" y="2162845"/>
            <a:ext cx="2347689" cy="767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900"/>
              <a:buFont typeface="Cabin"/>
              <a:buNone/>
            </a:pP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101"/>
          <p:cNvSpPr/>
          <p:nvPr/>
        </p:nvSpPr>
        <p:spPr>
          <a:xfrm>
            <a:off x="1683629" y="2641273"/>
            <a:ext cx="2347800" cy="3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3100"/>
              <a:buFont typeface="Unbounded"/>
              <a:buNone/>
            </a:pPr>
            <a:r>
              <a:rPr lang="en" sz="3100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2</a:t>
            </a:r>
            <a:endParaRPr sz="3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101"/>
          <p:cNvSpPr/>
          <p:nvPr/>
        </p:nvSpPr>
        <p:spPr>
          <a:xfrm>
            <a:off x="1869962" y="3187025"/>
            <a:ext cx="1974900" cy="1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100"/>
              <a:buFont typeface="Unbounded"/>
              <a:buNone/>
            </a:pPr>
            <a:r>
              <a:rPr lang="en" sz="1100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Secure Communication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101"/>
          <p:cNvSpPr/>
          <p:nvPr/>
        </p:nvSpPr>
        <p:spPr>
          <a:xfrm>
            <a:off x="2947467" y="2162845"/>
            <a:ext cx="2347689" cy="575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900"/>
              <a:buFont typeface="Cabin"/>
              <a:buNone/>
            </a:pP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101"/>
          <p:cNvSpPr/>
          <p:nvPr/>
        </p:nvSpPr>
        <p:spPr>
          <a:xfrm>
            <a:off x="1683657" y="3606994"/>
            <a:ext cx="2347800" cy="3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3100"/>
              <a:buFont typeface="Unbounded"/>
              <a:buNone/>
            </a:pPr>
            <a:r>
              <a:rPr lang="en" sz="3100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3</a:t>
            </a:r>
            <a:endParaRPr sz="3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101"/>
          <p:cNvSpPr/>
          <p:nvPr/>
        </p:nvSpPr>
        <p:spPr>
          <a:xfrm>
            <a:off x="2151870" y="4152747"/>
            <a:ext cx="1411200" cy="1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100"/>
              <a:buFont typeface="Unbounded"/>
              <a:buNone/>
            </a:pPr>
            <a:r>
              <a:rPr lang="en" sz="1100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Digital Identity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101"/>
          <p:cNvSpPr/>
          <p:nvPr/>
        </p:nvSpPr>
        <p:spPr>
          <a:xfrm>
            <a:off x="419844" y="4144417"/>
            <a:ext cx="2347689" cy="575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900"/>
              <a:buFont typeface="Cabin"/>
              <a:buNone/>
            </a:pP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102"/>
          <p:cNvSpPr/>
          <p:nvPr/>
        </p:nvSpPr>
        <p:spPr>
          <a:xfrm>
            <a:off x="1047300" y="1902925"/>
            <a:ext cx="8096700" cy="4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Unbounded"/>
              <a:buNone/>
            </a:pPr>
            <a:r>
              <a:rPr lang="en" sz="2800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Moving to the code..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32" name="Google Shape;632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50" y="-7850"/>
            <a:ext cx="9144003" cy="1445025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102"/>
          <p:cNvSpPr/>
          <p:nvPr/>
        </p:nvSpPr>
        <p:spPr>
          <a:xfrm>
            <a:off x="587700" y="2571750"/>
            <a:ext cx="3984300" cy="10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Implementing all of the components into our code</a:t>
            </a:r>
            <a:endParaRPr sz="3200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200"/>
              <a:buFont typeface="Cabin"/>
              <a:buNone/>
            </a:pP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103"/>
          <p:cNvSpPr/>
          <p:nvPr/>
        </p:nvSpPr>
        <p:spPr>
          <a:xfrm>
            <a:off x="553287" y="1645250"/>
            <a:ext cx="8096700" cy="4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Unbounded"/>
              <a:buNone/>
            </a:pPr>
            <a:r>
              <a:rPr lang="en" sz="2800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Encrypting a sound file: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103"/>
          <p:cNvSpPr/>
          <p:nvPr/>
        </p:nvSpPr>
        <p:spPr>
          <a:xfrm>
            <a:off x="494003" y="2272116"/>
            <a:ext cx="336600" cy="336600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>
            <a:noFill/>
          </a:ln>
        </p:spPr>
        <p:txBody>
          <a:bodyPr spcFirstLastPara="1" wrap="square" lIns="57150" tIns="28575" rIns="57150" bIns="285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103"/>
          <p:cNvSpPr/>
          <p:nvPr/>
        </p:nvSpPr>
        <p:spPr>
          <a:xfrm>
            <a:off x="612531" y="2334823"/>
            <a:ext cx="99600" cy="2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700"/>
              <a:buFont typeface="Unbounded"/>
              <a:buNone/>
            </a:pPr>
            <a:r>
              <a:rPr lang="en" sz="1700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1</a:t>
            </a:r>
            <a:endParaRPr sz="1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103"/>
          <p:cNvSpPr/>
          <p:nvPr/>
        </p:nvSpPr>
        <p:spPr>
          <a:xfrm>
            <a:off x="980137" y="2272166"/>
            <a:ext cx="1760100" cy="2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400"/>
              <a:buFont typeface="Unbounded"/>
              <a:buNone/>
            </a:pPr>
            <a:r>
              <a:rPr lang="en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Key Generation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103"/>
          <p:cNvSpPr/>
          <p:nvPr/>
        </p:nvSpPr>
        <p:spPr>
          <a:xfrm>
            <a:off x="980137" y="2581878"/>
            <a:ext cx="2113200" cy="119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  - A random 16-byte (128-bit) LEA key is generated using os.urandom()</a:t>
            </a: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  - A random 16-byte Initialization Vector (IV) is generated</a:t>
            </a: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  - These ensure unique encryption each time</a:t>
            </a: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1200"/>
              </a:spcBef>
              <a:spcAft>
                <a:spcPts val="0"/>
              </a:spcAft>
              <a:buClr>
                <a:srgbClr val="CAD6DE"/>
              </a:buClr>
              <a:buSzPts val="1200"/>
              <a:buFont typeface="Cabin"/>
              <a:buNone/>
            </a:pP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644" name="Google Shape;644;p103"/>
          <p:cNvSpPr/>
          <p:nvPr/>
        </p:nvSpPr>
        <p:spPr>
          <a:xfrm>
            <a:off x="3242821" y="2283266"/>
            <a:ext cx="336600" cy="336600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>
            <a:noFill/>
          </a:ln>
        </p:spPr>
        <p:txBody>
          <a:bodyPr spcFirstLastPara="1" wrap="square" lIns="57150" tIns="28575" rIns="57150" bIns="285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103"/>
          <p:cNvSpPr/>
          <p:nvPr/>
        </p:nvSpPr>
        <p:spPr>
          <a:xfrm>
            <a:off x="3327678" y="2334823"/>
            <a:ext cx="166800" cy="2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700"/>
              <a:buFont typeface="Unbounded"/>
              <a:buNone/>
            </a:pPr>
            <a:r>
              <a:rPr lang="en" sz="1700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2</a:t>
            </a:r>
            <a:endParaRPr sz="1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103"/>
          <p:cNvSpPr/>
          <p:nvPr/>
        </p:nvSpPr>
        <p:spPr>
          <a:xfrm>
            <a:off x="3728927" y="2272175"/>
            <a:ext cx="2262600" cy="2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400"/>
              <a:buFont typeface="Unbounded"/>
              <a:buNone/>
            </a:pPr>
            <a:r>
              <a:rPr lang="en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LEA Key Protection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103"/>
          <p:cNvSpPr/>
          <p:nvPr/>
        </p:nvSpPr>
        <p:spPr>
          <a:xfrm>
            <a:off x="3728918" y="2581878"/>
            <a:ext cx="2113200" cy="119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  - The LEA key is encrypted using RSA</a:t>
            </a: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  - Purpose: To securely share the LEA key with intended recipients</a:t>
            </a: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- Uses recipient's RSA public key</a:t>
            </a: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- Only someone with the private RSA key can decrypt it</a:t>
            </a: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1200"/>
              </a:spcBef>
              <a:spcAft>
                <a:spcPts val="0"/>
              </a:spcAft>
              <a:buClr>
                <a:srgbClr val="CAD6DE"/>
              </a:buClr>
              <a:buSzPts val="1200"/>
              <a:buFont typeface="Cabin"/>
              <a:buNone/>
            </a:pP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648" name="Google Shape;648;p103"/>
          <p:cNvSpPr/>
          <p:nvPr/>
        </p:nvSpPr>
        <p:spPr>
          <a:xfrm>
            <a:off x="5991614" y="2283266"/>
            <a:ext cx="336600" cy="336600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>
            <a:noFill/>
          </a:ln>
        </p:spPr>
        <p:txBody>
          <a:bodyPr spcFirstLastPara="1" wrap="square" lIns="57150" tIns="28575" rIns="57150" bIns="285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103"/>
          <p:cNvSpPr/>
          <p:nvPr/>
        </p:nvSpPr>
        <p:spPr>
          <a:xfrm>
            <a:off x="6074896" y="2334823"/>
            <a:ext cx="169800" cy="2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700"/>
              <a:buFont typeface="Unbounded"/>
              <a:buNone/>
            </a:pPr>
            <a:r>
              <a:rPr lang="en" sz="1700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3</a:t>
            </a:r>
            <a:endParaRPr sz="1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103"/>
          <p:cNvSpPr/>
          <p:nvPr/>
        </p:nvSpPr>
        <p:spPr>
          <a:xfrm>
            <a:off x="6477699" y="2152715"/>
            <a:ext cx="2483100" cy="4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400"/>
              <a:buFont typeface="Unbounded"/>
              <a:buNone/>
            </a:pPr>
            <a:r>
              <a:rPr lang="en" dirty="0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Sound Data Encryption using LEA in CFB mode</a:t>
            </a:r>
            <a:endParaRPr sz="14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103"/>
          <p:cNvSpPr/>
          <p:nvPr/>
        </p:nvSpPr>
        <p:spPr>
          <a:xfrm>
            <a:off x="6477699" y="2504735"/>
            <a:ext cx="21132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  - Takes the original sound file data,Breaks it into 16-byte blocks</a:t>
            </a:r>
            <a:endParaRPr sz="1200" dirty="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a.  Encrypts the previous block (First block with IV)</a:t>
            </a:r>
            <a:endParaRPr sz="1200" dirty="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b. XORs result with current data block</a:t>
            </a:r>
            <a:endParaRPr sz="1200" dirty="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c. Produces encrypted block</a:t>
            </a:r>
            <a:endParaRPr sz="1200" dirty="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d. Moves to next block</a:t>
            </a:r>
            <a:endParaRPr sz="1200" dirty="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1200"/>
              </a:spcBef>
              <a:spcAft>
                <a:spcPts val="0"/>
              </a:spcAft>
              <a:buClr>
                <a:srgbClr val="CAD6DE"/>
              </a:buClr>
              <a:buSzPts val="1200"/>
              <a:buFont typeface="Cabin"/>
              <a:buNone/>
            </a:pPr>
            <a:endParaRPr sz="1200" dirty="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652" name="Google Shape;652;p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50" y="-7851"/>
            <a:ext cx="9144003" cy="145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104"/>
          <p:cNvSpPr/>
          <p:nvPr/>
        </p:nvSpPr>
        <p:spPr>
          <a:xfrm>
            <a:off x="553287" y="1645250"/>
            <a:ext cx="8096700" cy="4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Unbounded"/>
              <a:buNone/>
            </a:pPr>
            <a:r>
              <a:rPr lang="en" sz="2800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Encrypting a sound file: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104"/>
          <p:cNvSpPr/>
          <p:nvPr/>
        </p:nvSpPr>
        <p:spPr>
          <a:xfrm>
            <a:off x="924103" y="2283266"/>
            <a:ext cx="336600" cy="336600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>
            <a:noFill/>
          </a:ln>
        </p:spPr>
        <p:txBody>
          <a:bodyPr spcFirstLastPara="1" wrap="square" lIns="57150" tIns="28575" rIns="57150" bIns="285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104"/>
          <p:cNvSpPr/>
          <p:nvPr/>
        </p:nvSpPr>
        <p:spPr>
          <a:xfrm>
            <a:off x="1042606" y="2345923"/>
            <a:ext cx="99600" cy="2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700"/>
              <a:buFont typeface="Unbounded"/>
              <a:buNone/>
            </a:pPr>
            <a:r>
              <a:rPr lang="en" sz="1700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4</a:t>
            </a:r>
            <a:endParaRPr sz="1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104"/>
          <p:cNvSpPr/>
          <p:nvPr/>
        </p:nvSpPr>
        <p:spPr>
          <a:xfrm>
            <a:off x="1410197" y="2283275"/>
            <a:ext cx="2113200" cy="2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400"/>
              <a:buFont typeface="Unbounded"/>
              <a:buNone/>
            </a:pPr>
            <a:r>
              <a:rPr lang="en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Digital Signature (using Schnorr)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104"/>
          <p:cNvSpPr/>
          <p:nvPr/>
        </p:nvSpPr>
        <p:spPr>
          <a:xfrm>
            <a:off x="1410197" y="2773231"/>
            <a:ext cx="2113200" cy="119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  - Creates a signature of the encrypted data</a:t>
            </a:r>
            <a:endParaRPr sz="1200" dirty="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a. Takes the encrypted sound data</a:t>
            </a:r>
            <a:endParaRPr sz="1200" dirty="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b. Generates signature using Schnorr private key</a:t>
            </a:r>
            <a:endParaRPr sz="1200" dirty="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c. Produces two numbers (r,s) as the signature</a:t>
            </a:r>
            <a:endParaRPr sz="1200" dirty="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1200"/>
              </a:spcBef>
              <a:spcAft>
                <a:spcPts val="0"/>
              </a:spcAft>
              <a:buClr>
                <a:srgbClr val="CAD6DE"/>
              </a:buClr>
              <a:buSzPts val="1200"/>
              <a:buFont typeface="Cabin"/>
              <a:buNone/>
            </a:pPr>
            <a:endParaRPr sz="1200" dirty="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663" name="Google Shape;663;p104"/>
          <p:cNvSpPr/>
          <p:nvPr/>
        </p:nvSpPr>
        <p:spPr>
          <a:xfrm>
            <a:off x="4102996" y="2283266"/>
            <a:ext cx="336600" cy="336600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>
            <a:noFill/>
          </a:ln>
        </p:spPr>
        <p:txBody>
          <a:bodyPr spcFirstLastPara="1" wrap="square" lIns="57150" tIns="28575" rIns="57150" bIns="285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104"/>
          <p:cNvSpPr/>
          <p:nvPr/>
        </p:nvSpPr>
        <p:spPr>
          <a:xfrm>
            <a:off x="4187853" y="2345923"/>
            <a:ext cx="166800" cy="2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700"/>
              <a:buFont typeface="Unbounded"/>
              <a:buNone/>
            </a:pPr>
            <a:r>
              <a:rPr lang="en" sz="1700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5</a:t>
            </a:r>
            <a:endParaRPr sz="1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104"/>
          <p:cNvSpPr/>
          <p:nvPr/>
        </p:nvSpPr>
        <p:spPr>
          <a:xfrm>
            <a:off x="4589102" y="2283275"/>
            <a:ext cx="2262600" cy="2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400"/>
              <a:buFont typeface="Unbounded"/>
              <a:buNone/>
            </a:pPr>
            <a:r>
              <a:rPr lang="en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Output Generation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104"/>
          <p:cNvSpPr/>
          <p:nvPr/>
        </p:nvSpPr>
        <p:spPr>
          <a:xfrm>
            <a:off x="4579251" y="2487842"/>
            <a:ext cx="4820400" cy="119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- Creates two files:</a:t>
            </a:r>
            <a:endParaRPr sz="1200" dirty="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	a. .encrypted file: Contains the encrypted sound data</a:t>
            </a:r>
            <a:endParaRPr sz="1200" dirty="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	b. .meta file: Contains:</a:t>
            </a:r>
            <a:endParaRPr sz="1200" dirty="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   	- IV (hex)</a:t>
            </a:r>
            <a:endParaRPr sz="1200" dirty="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   	- Encrypted LEA key (hex)</a:t>
            </a:r>
            <a:endParaRPr sz="1200" dirty="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   	- Signature values (r and s)</a:t>
            </a:r>
            <a:endParaRPr sz="1200" dirty="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	- Sender’s public keys (Schnorr and RSA)</a:t>
            </a:r>
            <a:endParaRPr sz="1200" dirty="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1200"/>
              </a:spcBef>
              <a:spcAft>
                <a:spcPts val="0"/>
              </a:spcAft>
              <a:buClr>
                <a:srgbClr val="CAD6DE"/>
              </a:buClr>
              <a:buSzPts val="1200"/>
              <a:buFont typeface="Cabin"/>
              <a:buNone/>
            </a:pPr>
            <a:endParaRPr sz="1200" dirty="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667" name="Google Shape;667;p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50" y="-7851"/>
            <a:ext cx="9144003" cy="145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3" name="Google Shape;673;p1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5000" y="36"/>
            <a:ext cx="3429000" cy="5143439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105"/>
          <p:cNvSpPr/>
          <p:nvPr/>
        </p:nvSpPr>
        <p:spPr>
          <a:xfrm>
            <a:off x="304275" y="25"/>
            <a:ext cx="5974800" cy="119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28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Unbounded"/>
              <a:buNone/>
            </a:pPr>
            <a:r>
              <a:rPr lang="en" sz="2700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Encryption flow diagram:</a:t>
            </a:r>
            <a:endParaRPr sz="2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5" name="Google Shape;675;p10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92550"/>
            <a:ext cx="5669600" cy="475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106"/>
          <p:cNvSpPr/>
          <p:nvPr/>
        </p:nvSpPr>
        <p:spPr>
          <a:xfrm>
            <a:off x="553287" y="1645250"/>
            <a:ext cx="8096700" cy="4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Unbounded"/>
              <a:buNone/>
            </a:pPr>
            <a:r>
              <a:rPr lang="en" sz="2800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Decrypting a sound file: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106"/>
          <p:cNvSpPr/>
          <p:nvPr/>
        </p:nvSpPr>
        <p:spPr>
          <a:xfrm>
            <a:off x="494003" y="2272116"/>
            <a:ext cx="336600" cy="336600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>
            <a:noFill/>
          </a:ln>
        </p:spPr>
        <p:txBody>
          <a:bodyPr spcFirstLastPara="1" wrap="square" lIns="57150" tIns="28575" rIns="57150" bIns="285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106"/>
          <p:cNvSpPr/>
          <p:nvPr/>
        </p:nvSpPr>
        <p:spPr>
          <a:xfrm>
            <a:off x="612531" y="2334823"/>
            <a:ext cx="99600" cy="2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700"/>
              <a:buFont typeface="Unbounded"/>
              <a:buNone/>
            </a:pPr>
            <a:r>
              <a:rPr lang="en" sz="1700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1</a:t>
            </a:r>
            <a:endParaRPr sz="1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106"/>
          <p:cNvSpPr/>
          <p:nvPr/>
        </p:nvSpPr>
        <p:spPr>
          <a:xfrm>
            <a:off x="980137" y="2272166"/>
            <a:ext cx="1760100" cy="2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400"/>
              <a:buFont typeface="Unbounded"/>
              <a:buNone/>
            </a:pPr>
            <a:r>
              <a:rPr lang="en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Input Reading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106"/>
          <p:cNvSpPr/>
          <p:nvPr/>
        </p:nvSpPr>
        <p:spPr>
          <a:xfrm>
            <a:off x="1011149" y="2492066"/>
            <a:ext cx="2113200" cy="119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  - Reads the encrypted sound file</a:t>
            </a:r>
            <a:endParaRPr sz="1200" dirty="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  - Reads the meta file containing:</a:t>
            </a:r>
            <a:endParaRPr sz="1200" dirty="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a. IV</a:t>
            </a:r>
            <a:endParaRPr sz="1200" dirty="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b. Encrypted LEA key</a:t>
            </a:r>
            <a:endParaRPr sz="1200" dirty="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c. Signature values</a:t>
            </a:r>
            <a:endParaRPr sz="1200" dirty="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d. Schnorr and RSA keys</a:t>
            </a:r>
            <a:endParaRPr sz="1200" dirty="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1200"/>
              </a:spcBef>
              <a:spcAft>
                <a:spcPts val="0"/>
              </a:spcAft>
              <a:buClr>
                <a:srgbClr val="CAD6DE"/>
              </a:buClr>
              <a:buSzPts val="1200"/>
              <a:buFont typeface="Cabin"/>
              <a:buNone/>
            </a:pPr>
            <a:endParaRPr sz="1200" dirty="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686" name="Google Shape;686;p106"/>
          <p:cNvSpPr/>
          <p:nvPr/>
        </p:nvSpPr>
        <p:spPr>
          <a:xfrm>
            <a:off x="3242821" y="2283266"/>
            <a:ext cx="336600" cy="336600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>
            <a:noFill/>
          </a:ln>
        </p:spPr>
        <p:txBody>
          <a:bodyPr spcFirstLastPara="1" wrap="square" lIns="57150" tIns="28575" rIns="57150" bIns="285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106"/>
          <p:cNvSpPr/>
          <p:nvPr/>
        </p:nvSpPr>
        <p:spPr>
          <a:xfrm>
            <a:off x="3327678" y="2334823"/>
            <a:ext cx="166800" cy="2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700"/>
              <a:buFont typeface="Unbounded"/>
              <a:buNone/>
            </a:pPr>
            <a:r>
              <a:rPr lang="en" sz="1700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2</a:t>
            </a:r>
            <a:endParaRPr sz="1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106"/>
          <p:cNvSpPr/>
          <p:nvPr/>
        </p:nvSpPr>
        <p:spPr>
          <a:xfrm>
            <a:off x="3728925" y="2272175"/>
            <a:ext cx="1760100" cy="6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400"/>
              <a:buFont typeface="Unbounded"/>
              <a:buNone/>
            </a:pPr>
            <a:r>
              <a:rPr lang="en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Signature Verification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106"/>
          <p:cNvSpPr/>
          <p:nvPr/>
        </p:nvSpPr>
        <p:spPr>
          <a:xfrm>
            <a:off x="3728918" y="2821278"/>
            <a:ext cx="2113200" cy="119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  - Uses Schnorr signature verification</a:t>
            </a:r>
            <a:endParaRPr sz="1200" dirty="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a. Takes encrypted data and signature (r,s)</a:t>
            </a:r>
            <a:endParaRPr sz="1200" dirty="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b. Verifies using Schnorr public key (sender public key)</a:t>
            </a:r>
            <a:endParaRPr sz="1200" dirty="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c. If verification fails, process stops</a:t>
            </a:r>
            <a:endParaRPr sz="1200" dirty="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1200"/>
              </a:spcBef>
              <a:spcAft>
                <a:spcPts val="0"/>
              </a:spcAft>
              <a:buClr>
                <a:srgbClr val="CAD6DE"/>
              </a:buClr>
              <a:buSzPts val="1200"/>
              <a:buFont typeface="Cabin"/>
              <a:buNone/>
            </a:pPr>
            <a:endParaRPr sz="1200" dirty="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690" name="Google Shape;690;p106"/>
          <p:cNvSpPr/>
          <p:nvPr/>
        </p:nvSpPr>
        <p:spPr>
          <a:xfrm>
            <a:off x="5991614" y="2283266"/>
            <a:ext cx="336600" cy="336600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>
            <a:noFill/>
          </a:ln>
        </p:spPr>
        <p:txBody>
          <a:bodyPr spcFirstLastPara="1" wrap="square" lIns="57150" tIns="28575" rIns="57150" bIns="285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106"/>
          <p:cNvSpPr/>
          <p:nvPr/>
        </p:nvSpPr>
        <p:spPr>
          <a:xfrm>
            <a:off x="6074896" y="2334823"/>
            <a:ext cx="169800" cy="2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700"/>
              <a:buFont typeface="Unbounded"/>
              <a:buNone/>
            </a:pPr>
            <a:r>
              <a:rPr lang="en" sz="1700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3</a:t>
            </a:r>
            <a:endParaRPr sz="1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106"/>
          <p:cNvSpPr/>
          <p:nvPr/>
        </p:nvSpPr>
        <p:spPr>
          <a:xfrm>
            <a:off x="6477725" y="2272125"/>
            <a:ext cx="2483100" cy="4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400"/>
              <a:buFont typeface="Unbounded"/>
              <a:buNone/>
            </a:pPr>
            <a:r>
              <a:rPr lang="en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LEA Key Recovery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106"/>
          <p:cNvSpPr/>
          <p:nvPr/>
        </p:nvSpPr>
        <p:spPr>
          <a:xfrm>
            <a:off x="6477724" y="2821278"/>
            <a:ext cx="21132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  - Decrypts the encrypted LEA key using RSA</a:t>
            </a: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a. Uses private RSA key</a:t>
            </a: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b. Decrypts to recover original LEA key</a:t>
            </a: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c. This key will be used to decrypt the sound data</a:t>
            </a: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1200"/>
              </a:spcBef>
              <a:spcAft>
                <a:spcPts val="0"/>
              </a:spcAft>
              <a:buClr>
                <a:srgbClr val="CAD6DE"/>
              </a:buClr>
              <a:buSzPts val="1200"/>
              <a:buFont typeface="Cabin"/>
              <a:buNone/>
            </a:pP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694" name="Google Shape;694;p10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145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107"/>
          <p:cNvSpPr/>
          <p:nvPr/>
        </p:nvSpPr>
        <p:spPr>
          <a:xfrm>
            <a:off x="553287" y="1645250"/>
            <a:ext cx="8096700" cy="4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Unbounded"/>
              <a:buNone/>
            </a:pPr>
            <a:r>
              <a:rPr lang="en" sz="2800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Decrypting a sound file: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107"/>
          <p:cNvSpPr/>
          <p:nvPr/>
        </p:nvSpPr>
        <p:spPr>
          <a:xfrm>
            <a:off x="924103" y="2283266"/>
            <a:ext cx="336600" cy="336600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>
            <a:noFill/>
          </a:ln>
        </p:spPr>
        <p:txBody>
          <a:bodyPr spcFirstLastPara="1" wrap="square" lIns="57150" tIns="28575" rIns="57150" bIns="285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107"/>
          <p:cNvSpPr/>
          <p:nvPr/>
        </p:nvSpPr>
        <p:spPr>
          <a:xfrm>
            <a:off x="1042606" y="2345923"/>
            <a:ext cx="99600" cy="2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700"/>
              <a:buFont typeface="Unbounded"/>
              <a:buNone/>
            </a:pPr>
            <a:r>
              <a:rPr lang="en" sz="1700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4</a:t>
            </a:r>
            <a:endParaRPr sz="1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107"/>
          <p:cNvSpPr/>
          <p:nvPr/>
        </p:nvSpPr>
        <p:spPr>
          <a:xfrm>
            <a:off x="1410200" y="2283275"/>
            <a:ext cx="2503800" cy="2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400"/>
              <a:buFont typeface="Unbounded"/>
              <a:buNone/>
            </a:pPr>
            <a:r>
              <a:rPr lang="en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Sound Data Decryption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107"/>
          <p:cNvSpPr/>
          <p:nvPr/>
        </p:nvSpPr>
        <p:spPr>
          <a:xfrm>
            <a:off x="1410212" y="2701103"/>
            <a:ext cx="2113200" cy="119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  - Uses recovered LEA key and stored IV, for each block:</a:t>
            </a: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a. Decrypts previous ciphertext (or IV for first block)</a:t>
            </a: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b. XORs with current encrypted block</a:t>
            </a: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c. Produces original data block</a:t>
            </a: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d. Moves to next block</a:t>
            </a: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1200"/>
              </a:spcBef>
              <a:spcAft>
                <a:spcPts val="0"/>
              </a:spcAft>
              <a:buClr>
                <a:srgbClr val="CAD6DE"/>
              </a:buClr>
              <a:buSzPts val="1200"/>
              <a:buFont typeface="Cabin"/>
              <a:buNone/>
            </a:pP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705" name="Google Shape;705;p107"/>
          <p:cNvSpPr/>
          <p:nvPr/>
        </p:nvSpPr>
        <p:spPr>
          <a:xfrm>
            <a:off x="4102996" y="2283266"/>
            <a:ext cx="336600" cy="336600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>
            <a:noFill/>
          </a:ln>
        </p:spPr>
        <p:txBody>
          <a:bodyPr spcFirstLastPara="1" wrap="square" lIns="57150" tIns="28575" rIns="57150" bIns="285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107"/>
          <p:cNvSpPr/>
          <p:nvPr/>
        </p:nvSpPr>
        <p:spPr>
          <a:xfrm>
            <a:off x="4187853" y="2345923"/>
            <a:ext cx="166800" cy="2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700"/>
              <a:buFont typeface="Unbounded"/>
              <a:buNone/>
            </a:pPr>
            <a:r>
              <a:rPr lang="en" sz="1700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5</a:t>
            </a:r>
            <a:endParaRPr sz="1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107"/>
          <p:cNvSpPr/>
          <p:nvPr/>
        </p:nvSpPr>
        <p:spPr>
          <a:xfrm>
            <a:off x="4589102" y="2283275"/>
            <a:ext cx="2262600" cy="2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400"/>
              <a:buFont typeface="Unbounded"/>
              <a:buNone/>
            </a:pPr>
            <a:r>
              <a:rPr lang="en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Output Generation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107"/>
          <p:cNvSpPr/>
          <p:nvPr/>
        </p:nvSpPr>
        <p:spPr>
          <a:xfrm>
            <a:off x="4589099" y="2592975"/>
            <a:ext cx="4060800" cy="119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- Removes any padding added during encryption</a:t>
            </a: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- Writes decrypted data to new sound file</a:t>
            </a: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- This file should be the same as the original file (before encrypting)</a:t>
            </a: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1200"/>
              </a:spcBef>
              <a:spcAft>
                <a:spcPts val="0"/>
              </a:spcAft>
              <a:buClr>
                <a:srgbClr val="CAD6DE"/>
              </a:buClr>
              <a:buSzPts val="1200"/>
              <a:buFont typeface="Cabin"/>
              <a:buNone/>
            </a:pPr>
            <a:endParaRPr sz="12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709" name="Google Shape;709;p1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1150"/>
            <a:ext cx="9144003" cy="145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108"/>
          <p:cNvSpPr/>
          <p:nvPr/>
        </p:nvSpPr>
        <p:spPr>
          <a:xfrm>
            <a:off x="3581399" y="101025"/>
            <a:ext cx="5470200" cy="7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25287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Unbounded"/>
              <a:buNone/>
            </a:pPr>
            <a:r>
              <a:rPr lang="en" sz="2700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rPr>
              <a:t>Decryption flow diagram:</a:t>
            </a:r>
            <a:endParaRPr sz="2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Unbounded"/>
              <a:buNone/>
            </a:pPr>
            <a:endParaRPr sz="2300">
              <a:solidFill>
                <a:srgbClr val="FFFFFF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pic>
        <p:nvPicPr>
          <p:cNvPr id="716" name="Google Shape;716;p1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"/>
            <a:ext cx="3429000" cy="5143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717" name="Google Shape;717;p10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26450" y="587913"/>
            <a:ext cx="5717551" cy="45555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3" name="Google Shape;723;p10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4" name="Google Shape;724;p10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32287" y="0"/>
            <a:ext cx="5708288" cy="115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5" name="Google Shape;725;p10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25850" y="1153985"/>
            <a:ext cx="1890401" cy="28355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6" name="Google Shape;726;p10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66213" y="3989550"/>
            <a:ext cx="5640428" cy="115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7" name="Google Shape;727;p10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432276" y="1153975"/>
            <a:ext cx="1890400" cy="283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8" name="Google Shape;728;p10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216259" y="1153950"/>
            <a:ext cx="1890391" cy="2835601"/>
          </a:xfrm>
          <a:prstGeom prst="rect">
            <a:avLst/>
          </a:prstGeom>
          <a:noFill/>
          <a:ln>
            <a:noFill/>
          </a:ln>
        </p:spPr>
      </p:pic>
      <p:sp>
        <p:nvSpPr>
          <p:cNvPr id="729" name="Google Shape;729;p109"/>
          <p:cNvSpPr/>
          <p:nvPr/>
        </p:nvSpPr>
        <p:spPr>
          <a:xfrm>
            <a:off x="2243125" y="1088550"/>
            <a:ext cx="4268700" cy="27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Unbounded"/>
              <a:buNone/>
            </a:pPr>
            <a:r>
              <a:rPr lang="en" sz="5000" b="1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rPr>
              <a:t>Thanks for listening!</a:t>
            </a:r>
            <a:endParaRPr sz="50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2013 - 2022 Theme">
  <a:themeElements>
    <a:clrScheme name="Office 2013 - 2022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late">
  <a:themeElements>
    <a:clrScheme name="Slate">
      <a:dk1>
        <a:srgbClr val="000000"/>
      </a:dk1>
      <a:lt1>
        <a:srgbClr val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Slate">
  <a:themeElements>
    <a:clrScheme name="Slate">
      <a:dk1>
        <a:srgbClr val="000000"/>
      </a:dk1>
      <a:lt1>
        <a:srgbClr val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1957</Words>
  <Application>Microsoft Office PowerPoint</Application>
  <PresentationFormat>‫הצגה על המסך (16:9)</PresentationFormat>
  <Paragraphs>261</Paragraphs>
  <Slides>31</Slides>
  <Notes>31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6</vt:i4>
      </vt:variant>
      <vt:variant>
        <vt:lpstr>ערכת נושא</vt:lpstr>
      </vt:variant>
      <vt:variant>
        <vt:i4>4</vt:i4>
      </vt:variant>
      <vt:variant>
        <vt:lpstr>כותרות שקופיות</vt:lpstr>
      </vt:variant>
      <vt:variant>
        <vt:i4>31</vt:i4>
      </vt:variant>
    </vt:vector>
  </HeadingPairs>
  <TitlesOfParts>
    <vt:vector size="41" baseType="lpstr">
      <vt:lpstr>Cabin</vt:lpstr>
      <vt:lpstr>Noto Sans Symbols</vt:lpstr>
      <vt:lpstr>Unbounded</vt:lpstr>
      <vt:lpstr>Lustria</vt:lpstr>
      <vt:lpstr>Calibri</vt:lpstr>
      <vt:lpstr>Arial</vt:lpstr>
      <vt:lpstr>Simple Light</vt:lpstr>
      <vt:lpstr>Office 2013 - 2022 Theme</vt:lpstr>
      <vt:lpstr>Slate</vt:lpstr>
      <vt:lpstr>Slate</vt:lpstr>
      <vt:lpstr>מצגת של PowerPoint‏</vt:lpstr>
      <vt:lpstr>Sound File Overview</vt:lpstr>
      <vt:lpstr>LEA Encryption</vt:lpstr>
      <vt:lpstr>Key Expansion </vt:lpstr>
      <vt:lpstr>Key Expansion Process</vt:lpstr>
      <vt:lpstr>LEA Round Cipher Process</vt:lpstr>
      <vt:lpstr>LEA Round Cipher Process</vt:lpstr>
      <vt:lpstr>LEA Encryption in CFB Mode</vt:lpstr>
      <vt:lpstr>Encryption in CFB Mode Diagram</vt:lpstr>
      <vt:lpstr>Decryption in CFB Mode Diagram</vt:lpstr>
      <vt:lpstr>מצגת של PowerPoint‏</vt:lpstr>
      <vt:lpstr>מצגת של PowerPoint‏</vt:lpstr>
      <vt:lpstr>מצגת של PowerPoint‏</vt:lpstr>
      <vt:lpstr>RSA Math Background</vt:lpstr>
      <vt:lpstr>Why RSA for Key Delivery?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waseem saleem</dc:creator>
  <cp:lastModifiedBy>waseem saleem</cp:lastModifiedBy>
  <cp:revision>1</cp:revision>
  <dcterms:modified xsi:type="dcterms:W3CDTF">2025-01-26T10:49:17Z</dcterms:modified>
</cp:coreProperties>
</file>